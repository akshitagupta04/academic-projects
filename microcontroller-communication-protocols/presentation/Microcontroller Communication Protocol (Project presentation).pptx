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9144000" cy="6858000"/>
  <p:notesSz cx="7559675" cy="106914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8" name="PlaceHolder 2"/>
          <p:cNvSpPr>
            <a:spLocks noGrp="1"/>
          </p:cNvSpPr>
          <p:nvPr>
            <p:ph type="subTitle"/>
          </p:nvPr>
        </p:nvSpPr>
        <p:spPr>
          <a:xfrm>
            <a:off x="457200" y="1604520"/>
            <a:ext cx="8229240" cy="3977280"/>
          </a:xfrm>
          <a:prstGeom prst="rect">
            <a:avLst/>
          </a:prstGeom>
        </p:spPr>
        <p:txBody>
          <a:bodyPr lIns="0" tIns="0" rIns="0" bIns="0" anchor="ctr">
            <a:noAutofit/>
          </a:bodyPr>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0" name="PlaceHolder 2"/>
          <p:cNvSpPr>
            <a:spLocks noGrp="1"/>
          </p:cNvSpPr>
          <p:nvPr>
            <p:ph type="body"/>
          </p:nvPr>
        </p:nvSpPr>
        <p:spPr>
          <a:xfrm>
            <a:off x="457200" y="1604520"/>
            <a:ext cx="8229240" cy="397728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2" name="PlaceHolder 2"/>
          <p:cNvSpPr>
            <a:spLocks noGrp="1"/>
          </p:cNvSpPr>
          <p:nvPr>
            <p:ph type="body"/>
          </p:nvPr>
        </p:nvSpPr>
        <p:spPr>
          <a:xfrm>
            <a:off x="45720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457200" y="273600"/>
            <a:ext cx="8229240" cy="5307840"/>
          </a:xfrm>
          <a:prstGeom prst="rect">
            <a:avLst/>
          </a:prstGeom>
        </p:spPr>
        <p:txBody>
          <a:bodyPr lIns="0" tIns="0" rIns="0" bIns="0" anchor="ctr">
            <a:noAutofit/>
          </a:bodyPr>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7"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8" name="PlaceHolder 3"/>
          <p:cNvSpPr>
            <a:spLocks noGrp="1"/>
          </p:cNvSpPr>
          <p:nvPr>
            <p:ph type="body"/>
          </p:nvPr>
        </p:nvSpPr>
        <p:spPr>
          <a:xfrm>
            <a:off x="467424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19" name="PlaceHolder 4"/>
          <p:cNvSpPr>
            <a:spLocks noGrp="1"/>
          </p:cNvSpPr>
          <p:nvPr>
            <p:ph type="body"/>
          </p:nvPr>
        </p:nvSpPr>
        <p:spPr>
          <a:xfrm>
            <a:off x="45720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21" name="PlaceHolder 2"/>
          <p:cNvSpPr>
            <a:spLocks noGrp="1"/>
          </p:cNvSpPr>
          <p:nvPr>
            <p:ph type="body"/>
          </p:nvPr>
        </p:nvSpPr>
        <p:spPr>
          <a:xfrm>
            <a:off x="45720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22"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23" name="PlaceHolder 4"/>
          <p:cNvSpPr>
            <a:spLocks noGrp="1"/>
          </p:cNvSpPr>
          <p:nvPr>
            <p:ph type="body"/>
          </p:nvPr>
        </p:nvSpPr>
        <p:spPr>
          <a:xfrm>
            <a:off x="467424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25"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26"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27" name="PlaceHolder 4"/>
          <p:cNvSpPr>
            <a:spLocks noGrp="1"/>
          </p:cNvSpPr>
          <p:nvPr>
            <p:ph type="body"/>
          </p:nvPr>
        </p:nvSpPr>
        <p:spPr>
          <a:xfrm>
            <a:off x="457200" y="3682080"/>
            <a:ext cx="822924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29" name="PlaceHolder 2"/>
          <p:cNvSpPr>
            <a:spLocks noGrp="1"/>
          </p:cNvSpPr>
          <p:nvPr>
            <p:ph type="body"/>
          </p:nvPr>
        </p:nvSpPr>
        <p:spPr>
          <a:xfrm>
            <a:off x="457200" y="1604520"/>
            <a:ext cx="8229240" cy="1896840"/>
          </a:xfrm>
          <a:prstGeom prst="rect">
            <a:avLst/>
          </a:prstGeom>
        </p:spPr>
        <p:txBody>
          <a:bodyPr lIns="0" tIns="0" rIns="0" bIns="0">
            <a:normAutofit/>
          </a:bodyPr>
          <a:p>
            <a:endParaRPr lang="en-IN" sz="3200" b="0" strike="noStrike" spc="-1">
              <a:latin typeface="Arial" panose="020B0604020202020204"/>
            </a:endParaRPr>
          </a:p>
        </p:txBody>
      </p:sp>
      <p:sp>
        <p:nvSpPr>
          <p:cNvPr id="30" name="PlaceHolder 3"/>
          <p:cNvSpPr>
            <a:spLocks noGrp="1"/>
          </p:cNvSpPr>
          <p:nvPr>
            <p:ph type="body"/>
          </p:nvPr>
        </p:nvSpPr>
        <p:spPr>
          <a:xfrm>
            <a:off x="457200" y="3682080"/>
            <a:ext cx="822924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32"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33"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34" name="PlaceHolder 4"/>
          <p:cNvSpPr>
            <a:spLocks noGrp="1"/>
          </p:cNvSpPr>
          <p:nvPr>
            <p:ph type="body"/>
          </p:nvPr>
        </p:nvSpPr>
        <p:spPr>
          <a:xfrm>
            <a:off x="457200" y="368208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35" name="PlaceHolder 5"/>
          <p:cNvSpPr>
            <a:spLocks noGrp="1"/>
          </p:cNvSpPr>
          <p:nvPr>
            <p:ph type="body"/>
          </p:nvPr>
        </p:nvSpPr>
        <p:spPr>
          <a:xfrm>
            <a:off x="467424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37" name="PlaceHolder 2"/>
          <p:cNvSpPr>
            <a:spLocks noGrp="1"/>
          </p:cNvSpPr>
          <p:nvPr>
            <p:ph type="body"/>
          </p:nvPr>
        </p:nvSpPr>
        <p:spPr>
          <a:xfrm>
            <a:off x="45720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38" name="PlaceHolder 3"/>
          <p:cNvSpPr>
            <a:spLocks noGrp="1"/>
          </p:cNvSpPr>
          <p:nvPr>
            <p:ph type="body"/>
          </p:nvPr>
        </p:nvSpPr>
        <p:spPr>
          <a:xfrm>
            <a:off x="323964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39" name="PlaceHolder 4"/>
          <p:cNvSpPr>
            <a:spLocks noGrp="1"/>
          </p:cNvSpPr>
          <p:nvPr>
            <p:ph type="body"/>
          </p:nvPr>
        </p:nvSpPr>
        <p:spPr>
          <a:xfrm>
            <a:off x="602208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40" name="PlaceHolder 5"/>
          <p:cNvSpPr>
            <a:spLocks noGrp="1"/>
          </p:cNvSpPr>
          <p:nvPr>
            <p:ph type="body"/>
          </p:nvPr>
        </p:nvSpPr>
        <p:spPr>
          <a:xfrm>
            <a:off x="457200" y="368208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41" name="PlaceHolder 6"/>
          <p:cNvSpPr>
            <a:spLocks noGrp="1"/>
          </p:cNvSpPr>
          <p:nvPr>
            <p:ph type="body"/>
          </p:nvPr>
        </p:nvSpPr>
        <p:spPr>
          <a:xfrm>
            <a:off x="3239640" y="368208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42" name="PlaceHolder 7"/>
          <p:cNvSpPr>
            <a:spLocks noGrp="1"/>
          </p:cNvSpPr>
          <p:nvPr>
            <p:ph type="body"/>
          </p:nvPr>
        </p:nvSpPr>
        <p:spPr>
          <a:xfrm>
            <a:off x="6022080" y="3682080"/>
            <a:ext cx="26496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51" name="PlaceHolder 2"/>
          <p:cNvSpPr>
            <a:spLocks noGrp="1"/>
          </p:cNvSpPr>
          <p:nvPr>
            <p:ph type="subTitle"/>
          </p:nvPr>
        </p:nvSpPr>
        <p:spPr>
          <a:xfrm>
            <a:off x="457200" y="1604520"/>
            <a:ext cx="8229240" cy="3977280"/>
          </a:xfrm>
          <a:prstGeom prst="rect">
            <a:avLst/>
          </a:prstGeom>
        </p:spPr>
        <p:txBody>
          <a:bodyPr lIns="0" tIns="0" rIns="0" bIns="0" anchor="ctr">
            <a:noAutofit/>
          </a:bodyPr>
          <a:p>
            <a:pPr algn="ctr"/>
            <a:endParaRPr lang="en-IN" sz="3200" b="0" strike="noStrike" spc="-1">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53" name="PlaceHolder 2"/>
          <p:cNvSpPr>
            <a:spLocks noGrp="1"/>
          </p:cNvSpPr>
          <p:nvPr>
            <p:ph type="body"/>
          </p:nvPr>
        </p:nvSpPr>
        <p:spPr>
          <a:xfrm>
            <a:off x="457200" y="1604520"/>
            <a:ext cx="8229240" cy="397728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55" name="PlaceHolder 2"/>
          <p:cNvSpPr>
            <a:spLocks noGrp="1"/>
          </p:cNvSpPr>
          <p:nvPr>
            <p:ph type="body"/>
          </p:nvPr>
        </p:nvSpPr>
        <p:spPr>
          <a:xfrm>
            <a:off x="45720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56" name="PlaceHolder 3"/>
          <p:cNvSpPr>
            <a:spLocks noGrp="1"/>
          </p:cNvSpPr>
          <p:nvPr>
            <p:ph type="body"/>
          </p:nvPr>
        </p:nvSpPr>
        <p:spPr>
          <a:xfrm>
            <a:off x="4674240" y="1604520"/>
            <a:ext cx="4015800" cy="397728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457200" y="273600"/>
            <a:ext cx="8229240" cy="5307840"/>
          </a:xfrm>
          <a:prstGeom prst="rect">
            <a:avLst/>
          </a:prstGeom>
        </p:spPr>
        <p:txBody>
          <a:bodyPr lIns="0" tIns="0" rIns="0" bIns="0" anchor="ctr">
            <a:noAutofit/>
          </a:bodyPr>
          <a:p>
            <a:pPr algn="ctr"/>
            <a:endParaRPr lang="en-IN" sz="3200" b="0" strike="noStrike" spc="-1">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60"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61" name="PlaceHolder 3"/>
          <p:cNvSpPr>
            <a:spLocks noGrp="1"/>
          </p:cNvSpPr>
          <p:nvPr>
            <p:ph type="body"/>
          </p:nvPr>
        </p:nvSpPr>
        <p:spPr>
          <a:xfrm>
            <a:off x="467424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62" name="PlaceHolder 4"/>
          <p:cNvSpPr>
            <a:spLocks noGrp="1"/>
          </p:cNvSpPr>
          <p:nvPr>
            <p:ph type="body"/>
          </p:nvPr>
        </p:nvSpPr>
        <p:spPr>
          <a:xfrm>
            <a:off x="45720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64" name="PlaceHolder 2"/>
          <p:cNvSpPr>
            <a:spLocks noGrp="1"/>
          </p:cNvSpPr>
          <p:nvPr>
            <p:ph type="body"/>
          </p:nvPr>
        </p:nvSpPr>
        <p:spPr>
          <a:xfrm>
            <a:off x="45720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65"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66" name="PlaceHolder 4"/>
          <p:cNvSpPr>
            <a:spLocks noGrp="1"/>
          </p:cNvSpPr>
          <p:nvPr>
            <p:ph type="body"/>
          </p:nvPr>
        </p:nvSpPr>
        <p:spPr>
          <a:xfrm>
            <a:off x="467424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68"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69"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70" name="PlaceHolder 4"/>
          <p:cNvSpPr>
            <a:spLocks noGrp="1"/>
          </p:cNvSpPr>
          <p:nvPr>
            <p:ph type="body"/>
          </p:nvPr>
        </p:nvSpPr>
        <p:spPr>
          <a:xfrm>
            <a:off x="457200" y="3682080"/>
            <a:ext cx="822924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72" name="PlaceHolder 2"/>
          <p:cNvSpPr>
            <a:spLocks noGrp="1"/>
          </p:cNvSpPr>
          <p:nvPr>
            <p:ph type="body"/>
          </p:nvPr>
        </p:nvSpPr>
        <p:spPr>
          <a:xfrm>
            <a:off x="457200" y="1604520"/>
            <a:ext cx="8229240" cy="1896840"/>
          </a:xfrm>
          <a:prstGeom prst="rect">
            <a:avLst/>
          </a:prstGeom>
        </p:spPr>
        <p:txBody>
          <a:bodyPr lIns="0" tIns="0" rIns="0" bIns="0">
            <a:normAutofit/>
          </a:bodyPr>
          <a:p>
            <a:endParaRPr lang="en-IN" sz="3200" b="0" strike="noStrike" spc="-1">
              <a:latin typeface="Arial" panose="020B0604020202020204"/>
            </a:endParaRPr>
          </a:p>
        </p:txBody>
      </p:sp>
      <p:sp>
        <p:nvSpPr>
          <p:cNvPr id="73" name="PlaceHolder 3"/>
          <p:cNvSpPr>
            <a:spLocks noGrp="1"/>
          </p:cNvSpPr>
          <p:nvPr>
            <p:ph type="body"/>
          </p:nvPr>
        </p:nvSpPr>
        <p:spPr>
          <a:xfrm>
            <a:off x="457200" y="3682080"/>
            <a:ext cx="822924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75"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76"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77" name="PlaceHolder 4"/>
          <p:cNvSpPr>
            <a:spLocks noGrp="1"/>
          </p:cNvSpPr>
          <p:nvPr>
            <p:ph type="body"/>
          </p:nvPr>
        </p:nvSpPr>
        <p:spPr>
          <a:xfrm>
            <a:off x="457200" y="368208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78" name="PlaceHolder 5"/>
          <p:cNvSpPr>
            <a:spLocks noGrp="1"/>
          </p:cNvSpPr>
          <p:nvPr>
            <p:ph type="body"/>
          </p:nvPr>
        </p:nvSpPr>
        <p:spPr>
          <a:xfrm>
            <a:off x="467424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80" name="PlaceHolder 2"/>
          <p:cNvSpPr>
            <a:spLocks noGrp="1"/>
          </p:cNvSpPr>
          <p:nvPr>
            <p:ph type="body"/>
          </p:nvPr>
        </p:nvSpPr>
        <p:spPr>
          <a:xfrm>
            <a:off x="45720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81" name="PlaceHolder 3"/>
          <p:cNvSpPr>
            <a:spLocks noGrp="1"/>
          </p:cNvSpPr>
          <p:nvPr>
            <p:ph type="body"/>
          </p:nvPr>
        </p:nvSpPr>
        <p:spPr>
          <a:xfrm>
            <a:off x="323964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82" name="PlaceHolder 4"/>
          <p:cNvSpPr>
            <a:spLocks noGrp="1"/>
          </p:cNvSpPr>
          <p:nvPr>
            <p:ph type="body"/>
          </p:nvPr>
        </p:nvSpPr>
        <p:spPr>
          <a:xfrm>
            <a:off x="602208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83" name="PlaceHolder 5"/>
          <p:cNvSpPr>
            <a:spLocks noGrp="1"/>
          </p:cNvSpPr>
          <p:nvPr>
            <p:ph type="body"/>
          </p:nvPr>
        </p:nvSpPr>
        <p:spPr>
          <a:xfrm>
            <a:off x="457200" y="368208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84" name="PlaceHolder 6"/>
          <p:cNvSpPr>
            <a:spLocks noGrp="1"/>
          </p:cNvSpPr>
          <p:nvPr>
            <p:ph type="body"/>
          </p:nvPr>
        </p:nvSpPr>
        <p:spPr>
          <a:xfrm>
            <a:off x="3239640" y="368208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85" name="PlaceHolder 7"/>
          <p:cNvSpPr>
            <a:spLocks noGrp="1"/>
          </p:cNvSpPr>
          <p:nvPr>
            <p:ph type="body"/>
          </p:nvPr>
        </p:nvSpPr>
        <p:spPr>
          <a:xfrm>
            <a:off x="6022080" y="3682080"/>
            <a:ext cx="26496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94" name="PlaceHolder 2"/>
          <p:cNvSpPr>
            <a:spLocks noGrp="1"/>
          </p:cNvSpPr>
          <p:nvPr>
            <p:ph type="subTitle"/>
          </p:nvPr>
        </p:nvSpPr>
        <p:spPr>
          <a:xfrm>
            <a:off x="457200" y="1604520"/>
            <a:ext cx="8229240" cy="3977280"/>
          </a:xfrm>
          <a:prstGeom prst="rect">
            <a:avLst/>
          </a:prstGeom>
        </p:spPr>
        <p:txBody>
          <a:bodyPr lIns="0" tIns="0" rIns="0" bIns="0" anchor="ctr">
            <a:noAutofit/>
          </a:bodyPr>
          <a:p>
            <a:pPr algn="ctr"/>
            <a:endParaRPr lang="en-IN" sz="3200" b="0" strike="noStrike" spc="-1">
              <a:latin typeface="Arial" panose="020B0604020202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96" name="PlaceHolder 2"/>
          <p:cNvSpPr>
            <a:spLocks noGrp="1"/>
          </p:cNvSpPr>
          <p:nvPr>
            <p:ph type="body"/>
          </p:nvPr>
        </p:nvSpPr>
        <p:spPr>
          <a:xfrm>
            <a:off x="457200" y="1604520"/>
            <a:ext cx="8229240" cy="397728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98" name="PlaceHolder 2"/>
          <p:cNvSpPr>
            <a:spLocks noGrp="1"/>
          </p:cNvSpPr>
          <p:nvPr>
            <p:ph type="body"/>
          </p:nvPr>
        </p:nvSpPr>
        <p:spPr>
          <a:xfrm>
            <a:off x="45720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99" name="PlaceHolder 3"/>
          <p:cNvSpPr>
            <a:spLocks noGrp="1"/>
          </p:cNvSpPr>
          <p:nvPr>
            <p:ph type="body"/>
          </p:nvPr>
        </p:nvSpPr>
        <p:spPr>
          <a:xfrm>
            <a:off x="4674240" y="1604520"/>
            <a:ext cx="4015800" cy="397728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73600"/>
            <a:ext cx="8229240" cy="5307840"/>
          </a:xfrm>
          <a:prstGeom prst="rect">
            <a:avLst/>
          </a:prstGeom>
        </p:spPr>
        <p:txBody>
          <a:bodyPr lIns="0" tIns="0" rIns="0" bIns="0" anchor="ctr">
            <a:noAutofit/>
          </a:bodyPr>
          <a:p>
            <a:pPr algn="ctr"/>
            <a:endParaRPr lang="en-IN" sz="3200" b="0" strike="noStrike" spc="-1">
              <a:latin typeface="Arial" panose="020B0604020202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03"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04" name="PlaceHolder 3"/>
          <p:cNvSpPr>
            <a:spLocks noGrp="1"/>
          </p:cNvSpPr>
          <p:nvPr>
            <p:ph type="body"/>
          </p:nvPr>
        </p:nvSpPr>
        <p:spPr>
          <a:xfrm>
            <a:off x="467424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105" name="PlaceHolder 4"/>
          <p:cNvSpPr>
            <a:spLocks noGrp="1"/>
          </p:cNvSpPr>
          <p:nvPr>
            <p:ph type="body"/>
          </p:nvPr>
        </p:nvSpPr>
        <p:spPr>
          <a:xfrm>
            <a:off x="45720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07" name="PlaceHolder 2"/>
          <p:cNvSpPr>
            <a:spLocks noGrp="1"/>
          </p:cNvSpPr>
          <p:nvPr>
            <p:ph type="body"/>
          </p:nvPr>
        </p:nvSpPr>
        <p:spPr>
          <a:xfrm>
            <a:off x="457200" y="1604520"/>
            <a:ext cx="4015800" cy="3977280"/>
          </a:xfrm>
          <a:prstGeom prst="rect">
            <a:avLst/>
          </a:prstGeom>
        </p:spPr>
        <p:txBody>
          <a:bodyPr lIns="0" tIns="0" rIns="0" bIns="0">
            <a:normAutofit/>
          </a:bodyPr>
          <a:p>
            <a:endParaRPr lang="en-IN" sz="3200" b="0" strike="noStrike" spc="-1">
              <a:latin typeface="Arial" panose="020B0604020202020204"/>
            </a:endParaRPr>
          </a:p>
        </p:txBody>
      </p:sp>
      <p:sp>
        <p:nvSpPr>
          <p:cNvPr id="108"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09" name="PlaceHolder 4"/>
          <p:cNvSpPr>
            <a:spLocks noGrp="1"/>
          </p:cNvSpPr>
          <p:nvPr>
            <p:ph type="body"/>
          </p:nvPr>
        </p:nvSpPr>
        <p:spPr>
          <a:xfrm>
            <a:off x="467424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11"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12"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13" name="PlaceHolder 4"/>
          <p:cNvSpPr>
            <a:spLocks noGrp="1"/>
          </p:cNvSpPr>
          <p:nvPr>
            <p:ph type="body"/>
          </p:nvPr>
        </p:nvSpPr>
        <p:spPr>
          <a:xfrm>
            <a:off x="457200" y="3682080"/>
            <a:ext cx="822924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15" name="PlaceHolder 2"/>
          <p:cNvSpPr>
            <a:spLocks noGrp="1"/>
          </p:cNvSpPr>
          <p:nvPr>
            <p:ph type="body"/>
          </p:nvPr>
        </p:nvSpPr>
        <p:spPr>
          <a:xfrm>
            <a:off x="457200" y="1604520"/>
            <a:ext cx="8229240" cy="1896840"/>
          </a:xfrm>
          <a:prstGeom prst="rect">
            <a:avLst/>
          </a:prstGeom>
        </p:spPr>
        <p:txBody>
          <a:bodyPr lIns="0" tIns="0" rIns="0" bIns="0">
            <a:normAutofit/>
          </a:bodyPr>
          <a:p>
            <a:endParaRPr lang="en-IN" sz="3200" b="0" strike="noStrike" spc="-1">
              <a:latin typeface="Arial" panose="020B0604020202020204"/>
            </a:endParaRPr>
          </a:p>
        </p:txBody>
      </p:sp>
      <p:sp>
        <p:nvSpPr>
          <p:cNvPr id="116" name="PlaceHolder 3"/>
          <p:cNvSpPr>
            <a:spLocks noGrp="1"/>
          </p:cNvSpPr>
          <p:nvPr>
            <p:ph type="body"/>
          </p:nvPr>
        </p:nvSpPr>
        <p:spPr>
          <a:xfrm>
            <a:off x="457200" y="3682080"/>
            <a:ext cx="822924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18" name="PlaceHolder 2"/>
          <p:cNvSpPr>
            <a:spLocks noGrp="1"/>
          </p:cNvSpPr>
          <p:nvPr>
            <p:ph type="body"/>
          </p:nvPr>
        </p:nvSpPr>
        <p:spPr>
          <a:xfrm>
            <a:off x="45720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19" name="PlaceHolder 3"/>
          <p:cNvSpPr>
            <a:spLocks noGrp="1"/>
          </p:cNvSpPr>
          <p:nvPr>
            <p:ph type="body"/>
          </p:nvPr>
        </p:nvSpPr>
        <p:spPr>
          <a:xfrm>
            <a:off x="4674240" y="160452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20" name="PlaceHolder 4"/>
          <p:cNvSpPr>
            <a:spLocks noGrp="1"/>
          </p:cNvSpPr>
          <p:nvPr>
            <p:ph type="body"/>
          </p:nvPr>
        </p:nvSpPr>
        <p:spPr>
          <a:xfrm>
            <a:off x="457200" y="3682080"/>
            <a:ext cx="4015800" cy="1896840"/>
          </a:xfrm>
          <a:prstGeom prst="rect">
            <a:avLst/>
          </a:prstGeom>
        </p:spPr>
        <p:txBody>
          <a:bodyPr lIns="0" tIns="0" rIns="0" bIns="0">
            <a:normAutofit/>
          </a:bodyPr>
          <a:p>
            <a:endParaRPr lang="en-IN" sz="3200" b="0" strike="noStrike" spc="-1">
              <a:latin typeface="Arial" panose="020B0604020202020204"/>
            </a:endParaRPr>
          </a:p>
        </p:txBody>
      </p:sp>
      <p:sp>
        <p:nvSpPr>
          <p:cNvPr id="121" name="PlaceHolder 5"/>
          <p:cNvSpPr>
            <a:spLocks noGrp="1"/>
          </p:cNvSpPr>
          <p:nvPr>
            <p:ph type="body"/>
          </p:nvPr>
        </p:nvSpPr>
        <p:spPr>
          <a:xfrm>
            <a:off x="4674240" y="3682080"/>
            <a:ext cx="40158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73600"/>
            <a:ext cx="8229240" cy="1144800"/>
          </a:xfrm>
          <a:prstGeom prst="rect">
            <a:avLst/>
          </a:prstGeom>
        </p:spPr>
        <p:txBody>
          <a:bodyPr lIns="0" tIns="0" rIns="0" bIns="0" anchor="ctr">
            <a:noAutofit/>
          </a:bodyPr>
          <a:p>
            <a:pPr algn="ctr"/>
            <a:endParaRPr lang="en-IN" sz="4400" b="0" strike="noStrike" spc="-1">
              <a:latin typeface="Arial" panose="020B0604020202020204"/>
            </a:endParaRPr>
          </a:p>
        </p:txBody>
      </p:sp>
      <p:sp>
        <p:nvSpPr>
          <p:cNvPr id="123" name="PlaceHolder 2"/>
          <p:cNvSpPr>
            <a:spLocks noGrp="1"/>
          </p:cNvSpPr>
          <p:nvPr>
            <p:ph type="body"/>
          </p:nvPr>
        </p:nvSpPr>
        <p:spPr>
          <a:xfrm>
            <a:off x="45720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124" name="PlaceHolder 3"/>
          <p:cNvSpPr>
            <a:spLocks noGrp="1"/>
          </p:cNvSpPr>
          <p:nvPr>
            <p:ph type="body"/>
          </p:nvPr>
        </p:nvSpPr>
        <p:spPr>
          <a:xfrm>
            <a:off x="323964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125" name="PlaceHolder 4"/>
          <p:cNvSpPr>
            <a:spLocks noGrp="1"/>
          </p:cNvSpPr>
          <p:nvPr>
            <p:ph type="body"/>
          </p:nvPr>
        </p:nvSpPr>
        <p:spPr>
          <a:xfrm>
            <a:off x="6022080" y="160452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126" name="PlaceHolder 5"/>
          <p:cNvSpPr>
            <a:spLocks noGrp="1"/>
          </p:cNvSpPr>
          <p:nvPr>
            <p:ph type="body"/>
          </p:nvPr>
        </p:nvSpPr>
        <p:spPr>
          <a:xfrm>
            <a:off x="457200" y="368208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127" name="PlaceHolder 6"/>
          <p:cNvSpPr>
            <a:spLocks noGrp="1"/>
          </p:cNvSpPr>
          <p:nvPr>
            <p:ph type="body"/>
          </p:nvPr>
        </p:nvSpPr>
        <p:spPr>
          <a:xfrm>
            <a:off x="3239640" y="3682080"/>
            <a:ext cx="2649600" cy="1896840"/>
          </a:xfrm>
          <a:prstGeom prst="rect">
            <a:avLst/>
          </a:prstGeom>
        </p:spPr>
        <p:txBody>
          <a:bodyPr lIns="0" tIns="0" rIns="0" bIns="0">
            <a:normAutofit/>
          </a:bodyPr>
          <a:p>
            <a:endParaRPr lang="en-IN" sz="3200" b="0" strike="noStrike" spc="-1">
              <a:latin typeface="Arial" panose="020B0604020202020204"/>
            </a:endParaRPr>
          </a:p>
        </p:txBody>
      </p:sp>
      <p:sp>
        <p:nvSpPr>
          <p:cNvPr id="128" name="PlaceHolder 7"/>
          <p:cNvSpPr>
            <a:spLocks noGrp="1"/>
          </p:cNvSpPr>
          <p:nvPr>
            <p:ph type="body"/>
          </p:nvPr>
        </p:nvSpPr>
        <p:spPr>
          <a:xfrm>
            <a:off x="6022080" y="3682080"/>
            <a:ext cx="2649600" cy="1896840"/>
          </a:xfrm>
          <a:prstGeom prst="rect">
            <a:avLst/>
          </a:prstGeom>
        </p:spPr>
        <p:txBody>
          <a:bodyPr lIns="0" tIns="0" rIns="0" bIns="0">
            <a:normAutofit/>
          </a:bodyPr>
          <a:p>
            <a:endParaRPr lang="en-IN" sz="3200" b="0" strike="noStrike" spc="-1">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0" name="Line 1"/>
          <p:cNvSpPr/>
          <p:nvPr/>
        </p:nvSpPr>
        <p:spPr>
          <a:xfrm>
            <a:off x="457200" y="2286000"/>
            <a:ext cx="360" cy="2895480"/>
          </a:xfrm>
          <a:prstGeom prst="line">
            <a:avLst/>
          </a:prstGeom>
          <a:ln w="9360">
            <a:solidFill>
              <a:srgbClr val="4F81BD">
                <a:hueOff val="0"/>
                <a:satOff val="0"/>
                <a:lumOff val="0"/>
                <a:alphaOff val="0"/>
              </a:srgbClr>
            </a:solidFill>
            <a:round/>
          </a:ln>
        </p:spPr>
        <p:style>
          <a:lnRef idx="0">
            <a:srgbClr val="FFFFFF"/>
          </a:lnRef>
          <a:fillRef idx="0">
            <a:srgbClr val="FFFFFF"/>
          </a:fillRef>
          <a:effectRef idx="0">
            <a:srgbClr val="FFFFFF"/>
          </a:effectRef>
          <a:fontRef idx="minor"/>
        </p:style>
      </p:sp>
      <p:sp>
        <p:nvSpPr>
          <p:cNvPr id="2" name="Line 2"/>
          <p:cNvSpPr/>
          <p:nvPr/>
        </p:nvSpPr>
        <p:spPr>
          <a:xfrm>
            <a:off x="75960" y="2743200"/>
            <a:ext cx="8610840" cy="1440"/>
          </a:xfrm>
          <a:prstGeom prst="line">
            <a:avLst/>
          </a:prstGeom>
          <a:ln w="9360">
            <a:solidFill>
              <a:srgbClr val="4A7EBB"/>
            </a:solidFill>
            <a:round/>
          </a:ln>
        </p:spPr>
        <p:style>
          <a:lnRef idx="0">
            <a:srgbClr val="FFFFFF"/>
          </a:lnRef>
          <a:fillRef idx="0">
            <a:srgbClr val="FFFFFF"/>
          </a:fillRef>
          <a:effectRef idx="0">
            <a:srgbClr val="FFFFFF"/>
          </a:effectRef>
          <a:fontRef idx="minor"/>
        </p:style>
      </p:sp>
      <p:sp>
        <p:nvSpPr>
          <p:cNvPr id="3" name="CustomShape 3"/>
          <p:cNvSpPr/>
          <p:nvPr/>
        </p:nvSpPr>
        <p:spPr>
          <a:xfrm>
            <a:off x="304920" y="2743200"/>
            <a:ext cx="227160" cy="227160"/>
          </a:xfrm>
          <a:prstGeom prst="rect">
            <a:avLst/>
          </a:prstGeom>
          <a:solidFill>
            <a:srgbClr val="FF0000"/>
          </a:solidFill>
          <a:ln w="25560">
            <a:noFill/>
          </a:ln>
        </p:spPr>
        <p:style>
          <a:lnRef idx="0">
            <a:srgbClr val="FFFFFF"/>
          </a:lnRef>
          <a:fillRef idx="0">
            <a:srgbClr val="FFFFFF"/>
          </a:fillRef>
          <a:effectRef idx="0">
            <a:srgbClr val="FFFFFF"/>
          </a:effectRef>
          <a:fontRef idx="minor"/>
        </p:style>
      </p:sp>
      <p:sp>
        <p:nvSpPr>
          <p:cNvPr id="4" name="CustomShape 4"/>
          <p:cNvSpPr/>
          <p:nvPr/>
        </p:nvSpPr>
        <p:spPr>
          <a:xfrm>
            <a:off x="380880" y="2666880"/>
            <a:ext cx="227160" cy="227160"/>
          </a:xfrm>
          <a:prstGeom prst="rect">
            <a:avLst/>
          </a:prstGeom>
          <a:solidFill>
            <a:srgbClr val="984807"/>
          </a:solidFill>
          <a:ln w="25560">
            <a:noFill/>
          </a:ln>
        </p:spPr>
        <p:style>
          <a:lnRef idx="0">
            <a:srgbClr val="FFFFFF"/>
          </a:lnRef>
          <a:fillRef idx="0">
            <a:srgbClr val="FFFFFF"/>
          </a:fillRef>
          <a:effectRef idx="0">
            <a:srgbClr val="FFFFFF"/>
          </a:effectRef>
          <a:fontRef idx="minor"/>
        </p:style>
      </p:sp>
      <p:sp>
        <p:nvSpPr>
          <p:cNvPr id="5" name="CustomShape 5"/>
          <p:cNvSpPr/>
          <p:nvPr/>
        </p:nvSpPr>
        <p:spPr>
          <a:xfrm>
            <a:off x="457200" y="2590920"/>
            <a:ext cx="227160" cy="227160"/>
          </a:xfrm>
          <a:prstGeom prst="rect">
            <a:avLst/>
          </a:prstGeom>
          <a:solidFill>
            <a:srgbClr val="254061"/>
          </a:solidFill>
          <a:ln w="25560">
            <a:noFill/>
          </a:ln>
        </p:spPr>
        <p:style>
          <a:lnRef idx="0">
            <a:srgbClr val="FFFFFF"/>
          </a:lnRef>
          <a:fillRef idx="0">
            <a:srgbClr val="FFFFFF"/>
          </a:fillRef>
          <a:effectRef idx="0">
            <a:srgbClr val="FFFFFF"/>
          </a:effectRef>
          <a:fontRef idx="minor"/>
        </p:style>
      </p:sp>
      <p:sp>
        <p:nvSpPr>
          <p:cNvPr id="6" name="PlaceHolder 1"/>
          <p:cNvSpPr>
            <a:spLocks noGrp="1"/>
          </p:cNvSpPr>
          <p:nvPr>
            <p:ph type="title"/>
          </p:nvPr>
        </p:nvSpPr>
        <p:spPr>
          <a:xfrm>
            <a:off x="457200" y="273600"/>
            <a:ext cx="8229240" cy="1144800"/>
          </a:xfrm>
          <a:prstGeom prst="rect">
            <a:avLst/>
          </a:prstGeom>
        </p:spPr>
        <p:txBody>
          <a:bodyPr lIns="0" tIns="0" rIns="0" bIns="0" anchor="ctr">
            <a:noAutofit/>
          </a:bodyPr>
          <a:p>
            <a:pPr algn="ctr"/>
            <a:r>
              <a:rPr lang="en-IN" sz="4400" b="0" strike="noStrike" spc="-1">
                <a:latin typeface="Arial" panose="020B0604020202020204"/>
              </a:rPr>
              <a:t>Click to edit the title text format</a:t>
            </a:r>
            <a:endParaRPr lang="en-IN" sz="4400" b="0" strike="noStrike" spc="-1">
              <a:latin typeface="Arial" panose="020B0604020202020204"/>
            </a:endParaRPr>
          </a:p>
        </p:txBody>
      </p:sp>
      <p:sp>
        <p:nvSpPr>
          <p:cNvPr id="7" name="PlaceHolder 2"/>
          <p:cNvSpPr>
            <a:spLocks noGrp="1"/>
          </p:cNvSpPr>
          <p:nvPr>
            <p:ph type="body"/>
          </p:nvPr>
        </p:nvSpPr>
        <p:spPr>
          <a:xfrm>
            <a:off x="457200" y="1604520"/>
            <a:ext cx="8229240" cy="3977280"/>
          </a:xfrm>
          <a:prstGeom prst="rect">
            <a:avLst/>
          </a:prstGeom>
        </p:spPr>
        <p:txBody>
          <a:bodyPr lIns="0" tIns="0" rIns="0" bIns="0">
            <a:normAutofit/>
          </a:bodyPr>
          <a:p>
            <a:pPr marL="431800" indent="-323850">
              <a:spcBef>
                <a:spcPts val="1415"/>
              </a:spcBef>
              <a:buClr>
                <a:srgbClr val="000000"/>
              </a:buClr>
              <a:buSzPct val="45000"/>
              <a:buFont typeface="Wingdings" panose="05000000000000000000" pitchFamily="2" charset="2"/>
              <a:buChar char=""/>
            </a:pPr>
            <a:r>
              <a:rPr lang="en-IN" sz="3200" b="0" strike="noStrike" spc="-1">
                <a:latin typeface="Arial" panose="020B0604020202020204"/>
              </a:rPr>
              <a:t>Click to edit the outline text format</a:t>
            </a:r>
            <a:endParaRPr lang="en-IN" sz="3200" b="0" strike="noStrike" spc="-1">
              <a:latin typeface="Arial" panose="020B0604020202020204"/>
            </a:endParaRPr>
          </a:p>
          <a:p>
            <a:pPr marL="864235" lvl="1" indent="-323850">
              <a:spcBef>
                <a:spcPts val="1135"/>
              </a:spcBef>
              <a:buClr>
                <a:srgbClr val="000000"/>
              </a:buClr>
              <a:buSzPct val="75000"/>
              <a:buFont typeface="Symbol" panose="05050102010706020507" charset="2"/>
              <a:buChar char=""/>
            </a:pPr>
            <a:r>
              <a:rPr lang="en-IN" sz="2800" b="0" strike="noStrike" spc="-1">
                <a:latin typeface="Arial" panose="020B0604020202020204"/>
              </a:rPr>
              <a:t>Second Outline Level</a:t>
            </a:r>
            <a:endParaRPr lang="en-IN" sz="2800" b="0" strike="noStrike" spc="-1">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IN" sz="2400" b="0" strike="noStrike" spc="-1">
                <a:latin typeface="Arial" panose="020B0604020202020204"/>
              </a:rPr>
              <a:t>Third Outline Level</a:t>
            </a:r>
            <a:endParaRPr lang="en-IN" sz="2400" b="0" strike="noStrike" spc="-1">
              <a:latin typeface="Arial" panose="020B0604020202020204"/>
            </a:endParaRPr>
          </a:p>
          <a:p>
            <a:pPr marL="1727835" lvl="3" indent="-215900">
              <a:spcBef>
                <a:spcPts val="565"/>
              </a:spcBef>
              <a:buClr>
                <a:srgbClr val="000000"/>
              </a:buClr>
              <a:buSzPct val="75000"/>
              <a:buFont typeface="Symbol" panose="05050102010706020507" charset="2"/>
              <a:buChar char=""/>
            </a:pPr>
            <a:r>
              <a:rPr lang="en-IN" sz="2000" b="0" strike="noStrike" spc="-1">
                <a:latin typeface="Arial" panose="020B0604020202020204"/>
              </a:rPr>
              <a:t>Fourth Outline Level</a:t>
            </a:r>
            <a:endParaRPr lang="en-IN" sz="2000" b="0" strike="noStrike" spc="-1">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Fifth Outline Level</a:t>
            </a:r>
            <a:endParaRPr lang="en-IN" sz="2000" b="0" strike="noStrike" spc="-1">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Sixth Outline Level</a:t>
            </a:r>
            <a:endParaRPr lang="en-IN" sz="2000" b="0" strike="noStrike" spc="-1">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Seventh Outline Level</a:t>
            </a:r>
            <a:endParaRPr lang="en-IN"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Line 1"/>
          <p:cNvSpPr/>
          <p:nvPr/>
        </p:nvSpPr>
        <p:spPr>
          <a:xfrm>
            <a:off x="75960" y="990360"/>
            <a:ext cx="8610840" cy="1800"/>
          </a:xfrm>
          <a:prstGeom prst="line">
            <a:avLst/>
          </a:prstGeom>
          <a:ln w="9360">
            <a:solidFill>
              <a:srgbClr val="4A7EBB"/>
            </a:solidFill>
            <a:round/>
          </a:ln>
        </p:spPr>
        <p:style>
          <a:lnRef idx="0">
            <a:srgbClr val="FFFFFF"/>
          </a:lnRef>
          <a:fillRef idx="0">
            <a:srgbClr val="FFFFFF"/>
          </a:fillRef>
          <a:effectRef idx="0">
            <a:srgbClr val="FFFFFF"/>
          </a:effectRef>
          <a:fontRef idx="minor"/>
        </p:style>
      </p:sp>
      <p:sp>
        <p:nvSpPr>
          <p:cNvPr id="44" name="Line 2"/>
          <p:cNvSpPr/>
          <p:nvPr/>
        </p:nvSpPr>
        <p:spPr>
          <a:xfrm flipH="1">
            <a:off x="457200" y="457200"/>
            <a:ext cx="720" cy="5715000"/>
          </a:xfrm>
          <a:prstGeom prst="line">
            <a:avLst/>
          </a:prstGeom>
          <a:ln w="9360">
            <a:solidFill>
              <a:srgbClr val="4A7EBB"/>
            </a:solidFill>
            <a:round/>
          </a:ln>
        </p:spPr>
        <p:style>
          <a:lnRef idx="0">
            <a:srgbClr val="FFFFFF"/>
          </a:lnRef>
          <a:fillRef idx="0">
            <a:srgbClr val="FFFFFF"/>
          </a:fillRef>
          <a:effectRef idx="0">
            <a:srgbClr val="FFFFFF"/>
          </a:effectRef>
          <a:fontRef idx="minor"/>
        </p:style>
      </p:sp>
      <p:sp>
        <p:nvSpPr>
          <p:cNvPr id="45" name="CustomShape 3"/>
          <p:cNvSpPr/>
          <p:nvPr/>
        </p:nvSpPr>
        <p:spPr>
          <a:xfrm>
            <a:off x="304920" y="914400"/>
            <a:ext cx="227160" cy="227160"/>
          </a:xfrm>
          <a:prstGeom prst="rect">
            <a:avLst/>
          </a:prstGeom>
          <a:solidFill>
            <a:srgbClr val="FF0000"/>
          </a:solidFill>
          <a:ln w="25560">
            <a:noFill/>
          </a:ln>
        </p:spPr>
        <p:style>
          <a:lnRef idx="0">
            <a:srgbClr val="FFFFFF"/>
          </a:lnRef>
          <a:fillRef idx="0">
            <a:srgbClr val="FFFFFF"/>
          </a:fillRef>
          <a:effectRef idx="0">
            <a:srgbClr val="FFFFFF"/>
          </a:effectRef>
          <a:fontRef idx="minor"/>
        </p:style>
      </p:sp>
      <p:sp>
        <p:nvSpPr>
          <p:cNvPr id="46" name="CustomShape 4"/>
          <p:cNvSpPr/>
          <p:nvPr/>
        </p:nvSpPr>
        <p:spPr>
          <a:xfrm>
            <a:off x="380880" y="838080"/>
            <a:ext cx="227160" cy="227160"/>
          </a:xfrm>
          <a:prstGeom prst="rect">
            <a:avLst/>
          </a:prstGeom>
          <a:solidFill>
            <a:srgbClr val="984807"/>
          </a:solidFill>
          <a:ln w="25560">
            <a:noFill/>
          </a:ln>
        </p:spPr>
        <p:style>
          <a:lnRef idx="0">
            <a:srgbClr val="FFFFFF"/>
          </a:lnRef>
          <a:fillRef idx="0">
            <a:srgbClr val="FFFFFF"/>
          </a:fillRef>
          <a:effectRef idx="0">
            <a:srgbClr val="FFFFFF"/>
          </a:effectRef>
          <a:fontRef idx="minor"/>
        </p:style>
      </p:sp>
      <p:sp>
        <p:nvSpPr>
          <p:cNvPr id="47" name="CustomShape 5"/>
          <p:cNvSpPr/>
          <p:nvPr/>
        </p:nvSpPr>
        <p:spPr>
          <a:xfrm>
            <a:off x="457200" y="762120"/>
            <a:ext cx="227160" cy="227160"/>
          </a:xfrm>
          <a:prstGeom prst="rect">
            <a:avLst/>
          </a:prstGeom>
          <a:solidFill>
            <a:srgbClr val="254061"/>
          </a:solidFill>
          <a:ln w="25560">
            <a:noFill/>
          </a:ln>
        </p:spPr>
        <p:style>
          <a:lnRef idx="0">
            <a:srgbClr val="FFFFFF"/>
          </a:lnRef>
          <a:fillRef idx="0">
            <a:srgbClr val="FFFFFF"/>
          </a:fillRef>
          <a:effectRef idx="0">
            <a:srgbClr val="FFFFFF"/>
          </a:effectRef>
          <a:fontRef idx="minor"/>
        </p:style>
      </p:sp>
      <p:sp>
        <p:nvSpPr>
          <p:cNvPr id="48" name="PlaceHolder 1"/>
          <p:cNvSpPr>
            <a:spLocks noGrp="1"/>
          </p:cNvSpPr>
          <p:nvPr>
            <p:ph type="title"/>
          </p:nvPr>
        </p:nvSpPr>
        <p:spPr>
          <a:xfrm>
            <a:off x="457200" y="273600"/>
            <a:ext cx="8229240" cy="1144800"/>
          </a:xfrm>
          <a:prstGeom prst="rect">
            <a:avLst/>
          </a:prstGeom>
        </p:spPr>
        <p:txBody>
          <a:bodyPr lIns="0" tIns="0" rIns="0" bIns="0" anchor="ctr">
            <a:noAutofit/>
          </a:bodyPr>
          <a:p>
            <a:pPr algn="ctr"/>
            <a:r>
              <a:rPr lang="en-IN" sz="4400" b="0" strike="noStrike" spc="-1">
                <a:latin typeface="Arial" panose="020B0604020202020204"/>
              </a:rPr>
              <a:t>Click to edit the title text format</a:t>
            </a:r>
            <a:endParaRPr lang="en-IN" sz="4400" b="0" strike="noStrike" spc="-1">
              <a:latin typeface="Arial" panose="020B0604020202020204"/>
            </a:endParaRPr>
          </a:p>
        </p:txBody>
      </p:sp>
      <p:sp>
        <p:nvSpPr>
          <p:cNvPr id="49" name="PlaceHolder 2"/>
          <p:cNvSpPr>
            <a:spLocks noGrp="1"/>
          </p:cNvSpPr>
          <p:nvPr>
            <p:ph type="body"/>
          </p:nvPr>
        </p:nvSpPr>
        <p:spPr>
          <a:xfrm>
            <a:off x="457200" y="1604520"/>
            <a:ext cx="8229240" cy="3977280"/>
          </a:xfrm>
          <a:prstGeom prst="rect">
            <a:avLst/>
          </a:prstGeom>
        </p:spPr>
        <p:txBody>
          <a:bodyPr lIns="0" tIns="0" rIns="0" bIns="0">
            <a:normAutofit/>
          </a:bodyPr>
          <a:p>
            <a:pPr marL="431800" indent="-323850">
              <a:spcBef>
                <a:spcPts val="1415"/>
              </a:spcBef>
              <a:buClr>
                <a:srgbClr val="000000"/>
              </a:buClr>
              <a:buSzPct val="45000"/>
              <a:buFont typeface="Wingdings" panose="05000000000000000000" pitchFamily="2" charset="2"/>
              <a:buChar char=""/>
            </a:pPr>
            <a:r>
              <a:rPr lang="en-IN" sz="3200" b="0" strike="noStrike" spc="-1">
                <a:latin typeface="Arial" panose="020B0604020202020204"/>
              </a:rPr>
              <a:t>Click to edit the outline text format</a:t>
            </a:r>
            <a:endParaRPr lang="en-IN" sz="3200" b="0" strike="noStrike" spc="-1">
              <a:latin typeface="Arial" panose="020B0604020202020204"/>
            </a:endParaRPr>
          </a:p>
          <a:p>
            <a:pPr marL="864235" lvl="1" indent="-323850">
              <a:spcBef>
                <a:spcPts val="1135"/>
              </a:spcBef>
              <a:buClr>
                <a:srgbClr val="000000"/>
              </a:buClr>
              <a:buSzPct val="75000"/>
              <a:buFont typeface="Symbol" panose="05050102010706020507" charset="2"/>
              <a:buChar char=""/>
            </a:pPr>
            <a:r>
              <a:rPr lang="en-IN" sz="2800" b="0" strike="noStrike" spc="-1">
                <a:latin typeface="Arial" panose="020B0604020202020204"/>
              </a:rPr>
              <a:t>Second Outline Level</a:t>
            </a:r>
            <a:endParaRPr lang="en-IN" sz="2800" b="0" strike="noStrike" spc="-1">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IN" sz="2400" b="0" strike="noStrike" spc="-1">
                <a:latin typeface="Arial" panose="020B0604020202020204"/>
              </a:rPr>
              <a:t>Third Outline Level</a:t>
            </a:r>
            <a:endParaRPr lang="en-IN" sz="2400" b="0" strike="noStrike" spc="-1">
              <a:latin typeface="Arial" panose="020B0604020202020204"/>
            </a:endParaRPr>
          </a:p>
          <a:p>
            <a:pPr marL="1727835" lvl="3" indent="-215900">
              <a:spcBef>
                <a:spcPts val="565"/>
              </a:spcBef>
              <a:buClr>
                <a:srgbClr val="000000"/>
              </a:buClr>
              <a:buSzPct val="75000"/>
              <a:buFont typeface="Symbol" panose="05050102010706020507" charset="2"/>
              <a:buChar char=""/>
            </a:pPr>
            <a:r>
              <a:rPr lang="en-IN" sz="2000" b="0" strike="noStrike" spc="-1">
                <a:latin typeface="Arial" panose="020B0604020202020204"/>
              </a:rPr>
              <a:t>Fourth Outline Level</a:t>
            </a:r>
            <a:endParaRPr lang="en-IN" sz="2000" b="0" strike="noStrike" spc="-1">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Fifth Outline Level</a:t>
            </a:r>
            <a:endParaRPr lang="en-IN" sz="2000" b="0" strike="noStrike" spc="-1">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Sixth Outline Level</a:t>
            </a:r>
            <a:endParaRPr lang="en-IN" sz="2000" b="0" strike="noStrike" spc="-1">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Seventh Outline Level</a:t>
            </a:r>
            <a:endParaRPr lang="en-IN"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Line 1"/>
          <p:cNvSpPr/>
          <p:nvPr/>
        </p:nvSpPr>
        <p:spPr>
          <a:xfrm>
            <a:off x="75960" y="990360"/>
            <a:ext cx="8610840" cy="1800"/>
          </a:xfrm>
          <a:prstGeom prst="line">
            <a:avLst/>
          </a:prstGeom>
          <a:ln w="9360">
            <a:solidFill>
              <a:srgbClr val="4A7EBB"/>
            </a:solidFill>
            <a:round/>
          </a:ln>
        </p:spPr>
        <p:style>
          <a:lnRef idx="0">
            <a:srgbClr val="FFFFFF"/>
          </a:lnRef>
          <a:fillRef idx="0">
            <a:srgbClr val="FFFFFF"/>
          </a:fillRef>
          <a:effectRef idx="0">
            <a:srgbClr val="FFFFFF"/>
          </a:effectRef>
          <a:fontRef idx="minor"/>
        </p:style>
      </p:sp>
      <p:sp>
        <p:nvSpPr>
          <p:cNvPr id="87" name="Line 2"/>
          <p:cNvSpPr/>
          <p:nvPr/>
        </p:nvSpPr>
        <p:spPr>
          <a:xfrm flipH="1">
            <a:off x="457200" y="457200"/>
            <a:ext cx="720" cy="5715000"/>
          </a:xfrm>
          <a:prstGeom prst="line">
            <a:avLst/>
          </a:prstGeom>
          <a:ln w="9360">
            <a:solidFill>
              <a:srgbClr val="4A7EBB"/>
            </a:solidFill>
            <a:round/>
          </a:ln>
        </p:spPr>
        <p:style>
          <a:lnRef idx="0">
            <a:srgbClr val="FFFFFF"/>
          </a:lnRef>
          <a:fillRef idx="0">
            <a:srgbClr val="FFFFFF"/>
          </a:fillRef>
          <a:effectRef idx="0">
            <a:srgbClr val="FFFFFF"/>
          </a:effectRef>
          <a:fontRef idx="minor"/>
        </p:style>
      </p:sp>
      <p:sp>
        <p:nvSpPr>
          <p:cNvPr id="88" name="CustomShape 3"/>
          <p:cNvSpPr/>
          <p:nvPr/>
        </p:nvSpPr>
        <p:spPr>
          <a:xfrm>
            <a:off x="304920" y="914400"/>
            <a:ext cx="227160" cy="227160"/>
          </a:xfrm>
          <a:prstGeom prst="rect">
            <a:avLst/>
          </a:prstGeom>
          <a:solidFill>
            <a:srgbClr val="FF0000"/>
          </a:solidFill>
          <a:ln w="25560">
            <a:noFill/>
          </a:ln>
        </p:spPr>
        <p:style>
          <a:lnRef idx="0">
            <a:srgbClr val="FFFFFF"/>
          </a:lnRef>
          <a:fillRef idx="0">
            <a:srgbClr val="FFFFFF"/>
          </a:fillRef>
          <a:effectRef idx="0">
            <a:srgbClr val="FFFFFF"/>
          </a:effectRef>
          <a:fontRef idx="minor"/>
        </p:style>
      </p:sp>
      <p:sp>
        <p:nvSpPr>
          <p:cNvPr id="89" name="CustomShape 4"/>
          <p:cNvSpPr/>
          <p:nvPr/>
        </p:nvSpPr>
        <p:spPr>
          <a:xfrm>
            <a:off x="380880" y="838080"/>
            <a:ext cx="227160" cy="227160"/>
          </a:xfrm>
          <a:prstGeom prst="rect">
            <a:avLst/>
          </a:prstGeom>
          <a:solidFill>
            <a:srgbClr val="984807"/>
          </a:solidFill>
          <a:ln w="25560">
            <a:noFill/>
          </a:ln>
        </p:spPr>
        <p:style>
          <a:lnRef idx="0">
            <a:srgbClr val="FFFFFF"/>
          </a:lnRef>
          <a:fillRef idx="0">
            <a:srgbClr val="FFFFFF"/>
          </a:fillRef>
          <a:effectRef idx="0">
            <a:srgbClr val="FFFFFF"/>
          </a:effectRef>
          <a:fontRef idx="minor"/>
        </p:style>
      </p:sp>
      <p:sp>
        <p:nvSpPr>
          <p:cNvPr id="90" name="CustomShape 5"/>
          <p:cNvSpPr/>
          <p:nvPr/>
        </p:nvSpPr>
        <p:spPr>
          <a:xfrm>
            <a:off x="457200" y="762120"/>
            <a:ext cx="227160" cy="227160"/>
          </a:xfrm>
          <a:prstGeom prst="rect">
            <a:avLst/>
          </a:prstGeom>
          <a:solidFill>
            <a:srgbClr val="254061"/>
          </a:solidFill>
          <a:ln w="25560">
            <a:noFill/>
          </a:ln>
        </p:spPr>
        <p:style>
          <a:lnRef idx="0">
            <a:srgbClr val="FFFFFF"/>
          </a:lnRef>
          <a:fillRef idx="0">
            <a:srgbClr val="FFFFFF"/>
          </a:fillRef>
          <a:effectRef idx="0">
            <a:srgbClr val="FFFFFF"/>
          </a:effectRef>
          <a:fontRef idx="minor"/>
        </p:style>
      </p:sp>
      <p:sp>
        <p:nvSpPr>
          <p:cNvPr id="91" name="PlaceHolder 1"/>
          <p:cNvSpPr>
            <a:spLocks noGrp="1"/>
          </p:cNvSpPr>
          <p:nvPr>
            <p:ph type="title"/>
          </p:nvPr>
        </p:nvSpPr>
        <p:spPr>
          <a:xfrm>
            <a:off x="457200" y="273600"/>
            <a:ext cx="8229240" cy="1144800"/>
          </a:xfrm>
          <a:prstGeom prst="rect">
            <a:avLst/>
          </a:prstGeom>
        </p:spPr>
        <p:txBody>
          <a:bodyPr lIns="0" tIns="0" rIns="0" bIns="0" anchor="ctr">
            <a:noAutofit/>
          </a:bodyPr>
          <a:p>
            <a:pPr algn="ctr"/>
            <a:r>
              <a:rPr lang="en-IN" sz="4400" b="0" strike="noStrike" spc="-1">
                <a:latin typeface="Arial" panose="020B0604020202020204"/>
              </a:rPr>
              <a:t>Click to edit the title text format</a:t>
            </a:r>
            <a:endParaRPr lang="en-IN" sz="4400" b="0" strike="noStrike" spc="-1">
              <a:latin typeface="Arial" panose="020B0604020202020204"/>
            </a:endParaRPr>
          </a:p>
        </p:txBody>
      </p:sp>
      <p:sp>
        <p:nvSpPr>
          <p:cNvPr id="92" name="PlaceHolder 2"/>
          <p:cNvSpPr>
            <a:spLocks noGrp="1"/>
          </p:cNvSpPr>
          <p:nvPr>
            <p:ph type="body"/>
          </p:nvPr>
        </p:nvSpPr>
        <p:spPr>
          <a:xfrm>
            <a:off x="457200" y="1604520"/>
            <a:ext cx="8229240" cy="3977280"/>
          </a:xfrm>
          <a:prstGeom prst="rect">
            <a:avLst/>
          </a:prstGeom>
        </p:spPr>
        <p:txBody>
          <a:bodyPr lIns="0" tIns="0" rIns="0" bIns="0">
            <a:normAutofit/>
          </a:bodyPr>
          <a:p>
            <a:pPr marL="431800" indent="-323850">
              <a:spcBef>
                <a:spcPts val="1415"/>
              </a:spcBef>
              <a:buClr>
                <a:srgbClr val="000000"/>
              </a:buClr>
              <a:buSzPct val="45000"/>
              <a:buFont typeface="Wingdings" panose="05000000000000000000" pitchFamily="2" charset="2"/>
              <a:buChar char=""/>
            </a:pPr>
            <a:r>
              <a:rPr lang="en-IN" sz="3200" b="0" strike="noStrike" spc="-1">
                <a:latin typeface="Arial" panose="020B0604020202020204"/>
              </a:rPr>
              <a:t>Click to edit the outline text format</a:t>
            </a:r>
            <a:endParaRPr lang="en-IN" sz="3200" b="0" strike="noStrike" spc="-1">
              <a:latin typeface="Arial" panose="020B0604020202020204"/>
            </a:endParaRPr>
          </a:p>
          <a:p>
            <a:pPr marL="864235" lvl="1" indent="-323850">
              <a:spcBef>
                <a:spcPts val="1135"/>
              </a:spcBef>
              <a:buClr>
                <a:srgbClr val="000000"/>
              </a:buClr>
              <a:buSzPct val="75000"/>
              <a:buFont typeface="Symbol" panose="05050102010706020507" charset="2"/>
              <a:buChar char=""/>
            </a:pPr>
            <a:r>
              <a:rPr lang="en-IN" sz="2800" b="0" strike="noStrike" spc="-1">
                <a:latin typeface="Arial" panose="020B0604020202020204"/>
              </a:rPr>
              <a:t>Second Outline Level</a:t>
            </a:r>
            <a:endParaRPr lang="en-IN" sz="2800" b="0" strike="noStrike" spc="-1">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IN" sz="2400" b="0" strike="noStrike" spc="-1">
                <a:latin typeface="Arial" panose="020B0604020202020204"/>
              </a:rPr>
              <a:t>Third Outline Level</a:t>
            </a:r>
            <a:endParaRPr lang="en-IN" sz="2400" b="0" strike="noStrike" spc="-1">
              <a:latin typeface="Arial" panose="020B0604020202020204"/>
            </a:endParaRPr>
          </a:p>
          <a:p>
            <a:pPr marL="1727835" lvl="3" indent="-215900">
              <a:spcBef>
                <a:spcPts val="565"/>
              </a:spcBef>
              <a:buClr>
                <a:srgbClr val="000000"/>
              </a:buClr>
              <a:buSzPct val="75000"/>
              <a:buFont typeface="Symbol" panose="05050102010706020507" charset="2"/>
              <a:buChar char=""/>
            </a:pPr>
            <a:r>
              <a:rPr lang="en-IN" sz="2000" b="0" strike="noStrike" spc="-1">
                <a:latin typeface="Arial" panose="020B0604020202020204"/>
              </a:rPr>
              <a:t>Fourth Outline Level</a:t>
            </a:r>
            <a:endParaRPr lang="en-IN" sz="2000" b="0" strike="noStrike" spc="-1">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Fifth Outline Level</a:t>
            </a:r>
            <a:endParaRPr lang="en-IN" sz="2000" b="0" strike="noStrike" spc="-1">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Sixth Outline Level</a:t>
            </a:r>
            <a:endParaRPr lang="en-IN" sz="2000" b="0" strike="noStrike" spc="-1">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Seventh Outline Level</a:t>
            </a:r>
            <a:endParaRPr lang="en-IN"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5.xml"/><Relationship Id="rId3" Type="http://schemas.openxmlformats.org/officeDocument/2006/relationships/hyperlink" Target="https://www.alldatasheet.com/datasheet-pdf/pdf/78532/ATMEL/ATMEGA16.html" TargetMode="External"/><Relationship Id="rId2" Type="http://schemas.openxmlformats.org/officeDocument/2006/relationships/hyperlink" Target="https://www.slideshare.net/avinashyada/rfid-based-security-access-control-system" TargetMode="External"/><Relationship Id="rId1" Type="http://schemas.openxmlformats.org/officeDocument/2006/relationships/hyperlink" Target="https://www.getkisi.com/guides/rfid-access-contro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ustomShape 1"/>
          <p:cNvSpPr/>
          <p:nvPr/>
        </p:nvSpPr>
        <p:spPr>
          <a:xfrm>
            <a:off x="395605" y="1125220"/>
            <a:ext cx="8075930" cy="1351915"/>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rmAutofit lnSpcReduction="10000"/>
          </a:bodyPr>
          <a:p>
            <a:pPr algn="ctr">
              <a:lnSpc>
                <a:spcPct val="100000"/>
              </a:lnSpc>
            </a:pPr>
            <a:r>
              <a:rPr lang="en-US" sz="4400" b="1" strike="noStrike" spc="-1">
                <a:solidFill>
                  <a:srgbClr val="000066"/>
                </a:solidFill>
                <a:latin typeface="Times New Roman" panose="02020603050405020304"/>
                <a:ea typeface="DejaVu Sans" panose="020B0603030804020204"/>
              </a:rPr>
              <a:t>Microcontroller Communication</a:t>
            </a:r>
            <a:br>
              <a:rPr lang="en-US" sz="4400" b="1" strike="noStrike" spc="-1">
                <a:solidFill>
                  <a:srgbClr val="000066"/>
                </a:solidFill>
                <a:latin typeface="Times New Roman" panose="02020603050405020304"/>
                <a:ea typeface="DejaVu Sans" panose="020B0603030804020204"/>
              </a:rPr>
            </a:br>
            <a:r>
              <a:rPr lang="en-US" sz="4400" b="1" strike="noStrike" spc="-1">
                <a:solidFill>
                  <a:srgbClr val="000066"/>
                </a:solidFill>
                <a:latin typeface="Times New Roman" panose="02020603050405020304"/>
                <a:ea typeface="DejaVu Sans" panose="020B0603030804020204"/>
              </a:rPr>
              <a:t>Protocols</a:t>
            </a:r>
            <a:endParaRPr lang="en-IN" sz="4400" b="0" strike="noStrike" spc="-1">
              <a:latin typeface="Arial" panose="020B0604020202020204"/>
            </a:endParaRPr>
          </a:p>
        </p:txBody>
      </p:sp>
      <p:sp>
        <p:nvSpPr>
          <p:cNvPr id="130" name="CustomShape 2"/>
          <p:cNvSpPr/>
          <p:nvPr/>
        </p:nvSpPr>
        <p:spPr>
          <a:xfrm>
            <a:off x="685800" y="3048000"/>
            <a:ext cx="7923530" cy="2858135"/>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rmAutofit/>
          </a:bodyPr>
          <a:p>
            <a:pPr algn="ctr">
              <a:lnSpc>
                <a:spcPct val="100000"/>
              </a:lnSpc>
              <a:spcBef>
                <a:spcPts val="640"/>
              </a:spcBef>
              <a:tabLst>
                <a:tab pos="0" algn="l"/>
              </a:tabLst>
            </a:pPr>
            <a:r>
              <a:rPr 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rPr>
              <a:t>By </a:t>
            </a:r>
            <a:endParaRPr lang="en-IN"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1270" indent="0" algn="ctr">
              <a:lnSpc>
                <a:spcPct val="100000"/>
              </a:lnSpc>
              <a:spcBef>
                <a:spcPts val="640"/>
              </a:spcBef>
              <a:buClr>
                <a:srgbClr val="8B8B8B"/>
              </a:buClr>
              <a:buFont typeface="Arial" panose="020B0604020202020204"/>
              <a:buNone/>
              <a:tabLst>
                <a:tab pos="0" algn="l"/>
              </a:tabLst>
            </a:pPr>
            <a:r>
              <a:rPr 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rPr>
              <a:t>Akshita Gupta (BTBTE17143)</a:t>
            </a:r>
            <a:endParaRPr 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endParaRPr>
          </a:p>
          <a:p>
            <a:pPr marL="1270" indent="0" algn="ctr">
              <a:lnSpc>
                <a:spcPct val="100000"/>
              </a:lnSpc>
              <a:spcBef>
                <a:spcPts val="640"/>
              </a:spcBef>
              <a:buClr>
                <a:srgbClr val="8B8B8B"/>
              </a:buClr>
              <a:buFont typeface="Arial" panose="020B0604020202020204"/>
              <a:buNone/>
              <a:tabLst>
                <a:tab pos="0" algn="l"/>
              </a:tabLst>
            </a:pPr>
            <a:r>
              <a:rPr lang="en-IN" alt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rPr>
              <a:t>B.Tech ECE IV Year</a:t>
            </a:r>
            <a:endParaRPr lang="en-IN" alt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endParaRPr>
          </a:p>
          <a:p>
            <a:pPr marL="1270" indent="0" algn="ctr">
              <a:lnSpc>
                <a:spcPct val="100000"/>
              </a:lnSpc>
              <a:spcBef>
                <a:spcPts val="640"/>
              </a:spcBef>
              <a:buClr>
                <a:srgbClr val="8B8B8B"/>
              </a:buClr>
              <a:buFont typeface="Arial" panose="020B0604020202020204"/>
              <a:buNone/>
              <a:tabLst>
                <a:tab pos="0" algn="l"/>
              </a:tabLst>
            </a:pPr>
            <a:r>
              <a:rPr lang="en-IN" alt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rPr>
              <a:t>Banasthali Vidyapith</a:t>
            </a:r>
            <a:endParaRPr lang="en-IN" alt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endParaRPr>
          </a:p>
          <a:p>
            <a:pPr marL="1270" indent="0" algn="ctr">
              <a:lnSpc>
                <a:spcPct val="100000"/>
              </a:lnSpc>
              <a:spcBef>
                <a:spcPts val="640"/>
              </a:spcBef>
              <a:buClr>
                <a:srgbClr val="8B8B8B"/>
              </a:buClr>
              <a:buFont typeface="Arial" panose="020B0604020202020204"/>
              <a:buNone/>
              <a:tabLst>
                <a:tab pos="0" algn="l"/>
              </a:tabLst>
            </a:pPr>
            <a:r>
              <a:rPr lang="en-IN" alt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rPr>
              <a:t>(2017 - 2021)</a:t>
            </a:r>
            <a:endParaRPr lang="en-IN" altLang="en-US" sz="3200" b="0" strike="noStrike" spc="-1">
              <a:ln>
                <a:noFill/>
              </a:ln>
              <a:solidFill>
                <a:schemeClr val="tx1"/>
              </a:solidFill>
              <a:effectLst>
                <a:outerShdw blurRad="38100" dist="19050" dir="2700000" algn="tl" rotWithShape="0">
                  <a:schemeClr val="dk1">
                    <a:alpha val="40000"/>
                  </a:schemeClr>
                </a:outerShdw>
              </a:effectLst>
              <a:latin typeface="Times New Roman" panose="02020603050405020304" charset="0"/>
              <a:ea typeface="DejaVu Sans" panose="020B0603030804020204"/>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Contents</a:t>
            </a:r>
            <a:endParaRPr lang="en-IN" sz="3200" b="0" strike="noStrike" spc="-1">
              <a:latin typeface="Arial" panose="020B0604020202020204"/>
            </a:endParaRPr>
          </a:p>
        </p:txBody>
      </p:sp>
      <p:sp>
        <p:nvSpPr>
          <p:cNvPr id="132" name="CustomShape 2"/>
          <p:cNvSpPr/>
          <p:nvPr/>
        </p:nvSpPr>
        <p:spPr>
          <a:xfrm>
            <a:off x="609480" y="1066680"/>
            <a:ext cx="8075880" cy="50580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rmAutofit/>
          </a:bodyPr>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Introduction </a:t>
            </a:r>
            <a:endParaRPr lang="en-IN" sz="2400" b="0" strike="noStrike" spc="-1">
              <a:latin typeface="Arial" panose="020B0604020202020204"/>
            </a:endParaRPr>
          </a:p>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ATmega 16</a:t>
            </a:r>
            <a:endParaRPr lang="en-IN" sz="2400" b="0" strike="noStrike" spc="-1">
              <a:latin typeface="Arial" panose="020B0604020202020204"/>
            </a:endParaRPr>
          </a:p>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Communication Protocols</a:t>
            </a:r>
            <a:endParaRPr lang="en-IN" sz="2400" b="0" strike="noStrike" spc="-1">
              <a:latin typeface="Arial" panose="020B0604020202020204"/>
            </a:endParaRPr>
          </a:p>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Project Description</a:t>
            </a:r>
            <a:endParaRPr lang="en-IN" sz="2400" b="0" strike="noStrike" spc="-1">
              <a:latin typeface="Arial" panose="020B0604020202020204"/>
            </a:endParaRPr>
          </a:p>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Result and Discussions</a:t>
            </a:r>
            <a:endParaRPr lang="en-IN" sz="2400" b="0" strike="noStrike" spc="-1">
              <a:latin typeface="Arial" panose="020B0604020202020204"/>
            </a:endParaRPr>
          </a:p>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Future Scope</a:t>
            </a:r>
            <a:endParaRPr lang="en-US" sz="2400" b="0" strike="noStrike" spc="-1">
              <a:solidFill>
                <a:srgbClr val="000000"/>
              </a:solidFill>
              <a:latin typeface="Times New Roman" panose="02020603050405020304"/>
              <a:ea typeface="DejaVu Sans" panose="020B0603030804020204"/>
            </a:endParaRPr>
          </a:p>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Conclusion</a:t>
            </a:r>
            <a:endParaRPr lang="en-US" sz="2400" b="0" strike="noStrike" spc="-1">
              <a:solidFill>
                <a:srgbClr val="000000"/>
              </a:solidFill>
              <a:latin typeface="Times New Roman" panose="02020603050405020304"/>
              <a:ea typeface="DejaVu Sans" panose="020B0603030804020204"/>
            </a:endParaRPr>
          </a:p>
          <a:p>
            <a:pPr marL="342900" indent="-341630" algn="just">
              <a:lnSpc>
                <a:spcPct val="100000"/>
              </a:lnSpc>
              <a:spcBef>
                <a:spcPts val="1135"/>
              </a:spcBef>
              <a:buClr>
                <a:srgbClr val="0070C0"/>
              </a:buClr>
              <a:buSzPct val="80000"/>
              <a:buFont typeface="Wingdings" panose="05000000000000000000" pitchFamily="2" charset="2"/>
              <a:buChar char=""/>
            </a:pPr>
            <a:r>
              <a:rPr lang="en-US" sz="2400" b="0" strike="noStrike" spc="-1">
                <a:solidFill>
                  <a:srgbClr val="000000"/>
                </a:solidFill>
                <a:latin typeface="Times New Roman" panose="02020603050405020304"/>
                <a:ea typeface="DejaVu Sans" panose="020B0603030804020204"/>
              </a:rPr>
              <a:t>References</a:t>
            </a:r>
            <a:endParaRPr lang="en-IN" sz="2400" b="0" strike="noStrike" spc="-1">
              <a:latin typeface="Arial" panose="020B0604020202020204"/>
            </a:endParaRPr>
          </a:p>
        </p:txBody>
      </p:sp>
      <p:sp>
        <p:nvSpPr>
          <p:cNvPr id="133" name="CustomShape 3"/>
          <p:cNvSpPr/>
          <p:nvPr/>
        </p:nvSpPr>
        <p:spPr>
          <a:xfrm>
            <a:off x="5220000" y="63234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r>
              <a:rPr lang="en-IN" sz="1200" b="0" strike="noStrike" spc="-1">
                <a:solidFill>
                  <a:srgbClr val="000000"/>
                </a:solidFill>
                <a:latin typeface="Times New Roman" panose="02020603050405020304"/>
                <a:ea typeface="DejaVu Sans" panose="020B0603030804020204"/>
              </a:rPr>
              <a:t>2</a:t>
            </a:r>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Introduction</a:t>
            </a:r>
            <a:endParaRPr lang="en-IN" sz="3200" b="0" strike="noStrike" spc="-1">
              <a:latin typeface="Arial" panose="020B0604020202020204"/>
            </a:endParaRPr>
          </a:p>
        </p:txBody>
      </p:sp>
      <p:sp>
        <p:nvSpPr>
          <p:cNvPr id="135" name="CustomShape 2"/>
          <p:cNvSpPr/>
          <p:nvPr/>
        </p:nvSpPr>
        <p:spPr>
          <a:xfrm>
            <a:off x="609480" y="1066680"/>
            <a:ext cx="8075880" cy="50580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rmAutofit/>
          </a:bodyPr>
          <a:p>
            <a:pPr marL="342900" indent="-341630">
              <a:lnSpc>
                <a:spcPct val="150000"/>
              </a:lnSpc>
              <a:spcBef>
                <a:spcPts val="500"/>
              </a:spcBef>
              <a:buClr>
                <a:srgbClr val="0070C0"/>
              </a:buClr>
              <a:buSzPct val="75000"/>
              <a:buFont typeface="Wingdings" panose="05000000000000000000" pitchFamily="2" charset="2"/>
              <a:buChar char=""/>
            </a:pPr>
            <a:r>
              <a:rPr lang="en-US" sz="1800" b="0" strike="noStrike" spc="-1">
                <a:solidFill>
                  <a:srgbClr val="000000"/>
                </a:solidFill>
                <a:latin typeface="Times New Roman" panose="02020603050405020304"/>
                <a:ea typeface="DejaVu Sans" panose="020B0603030804020204"/>
              </a:rPr>
              <a:t>The aim of this project is to define an RFID based security access control system. </a:t>
            </a:r>
            <a:endParaRPr lang="en-IN" sz="1800" b="0" strike="noStrike" spc="-1">
              <a:latin typeface="Arial" panose="020B0604020202020204"/>
            </a:endParaRPr>
          </a:p>
          <a:p>
            <a:pPr marL="342900" indent="-341630">
              <a:lnSpc>
                <a:spcPct val="150000"/>
              </a:lnSpc>
              <a:spcBef>
                <a:spcPts val="565"/>
              </a:spcBef>
              <a:buClr>
                <a:srgbClr val="0070C0"/>
              </a:buClr>
              <a:buSzPct val="75000"/>
              <a:buFont typeface="Wingdings" panose="05000000000000000000" pitchFamily="2" charset="2"/>
              <a:buChar char=""/>
            </a:pPr>
            <a:r>
              <a:rPr lang="en-US" sz="1800" b="0" strike="noStrike" spc="-1">
                <a:solidFill>
                  <a:srgbClr val="000000"/>
                </a:solidFill>
                <a:latin typeface="Times New Roman" panose="02020603050405020304"/>
                <a:ea typeface="DejaVu Sans" panose="020B0603030804020204"/>
              </a:rPr>
              <a:t>Only authorized personnel allowed to access a secure area.</a:t>
            </a:r>
            <a:endParaRPr lang="en-IN" sz="1800" b="0" strike="noStrike" spc="-1">
              <a:latin typeface="Arial" panose="020B0604020202020204"/>
            </a:endParaRPr>
          </a:p>
          <a:p>
            <a:pPr marL="342900" indent="-341630">
              <a:lnSpc>
                <a:spcPct val="150000"/>
              </a:lnSpc>
              <a:spcBef>
                <a:spcPts val="565"/>
              </a:spcBef>
              <a:buClr>
                <a:srgbClr val="0070C0"/>
              </a:buClr>
              <a:buSzPct val="75000"/>
              <a:buFont typeface="Wingdings" panose="05000000000000000000" pitchFamily="2" charset="2"/>
              <a:buChar char=""/>
            </a:pPr>
            <a:r>
              <a:rPr lang="en-US" sz="1800" b="0" strike="noStrike" spc="-1">
                <a:solidFill>
                  <a:srgbClr val="000000"/>
                </a:solidFill>
                <a:latin typeface="Times New Roman" panose="02020603050405020304"/>
                <a:ea typeface="DejaVu Sans" panose="020B0603030804020204"/>
              </a:rPr>
              <a:t>Passive RFID tag is used. </a:t>
            </a:r>
            <a:endParaRPr lang="en-IN" sz="1800" b="0" strike="noStrike" spc="-1">
              <a:latin typeface="Arial" panose="020B0604020202020204"/>
            </a:endParaRPr>
          </a:p>
          <a:p>
            <a:pPr marL="342900" indent="-341630">
              <a:lnSpc>
                <a:spcPct val="150000"/>
              </a:lnSpc>
              <a:spcBef>
                <a:spcPts val="510"/>
              </a:spcBef>
              <a:buClr>
                <a:srgbClr val="0070C0"/>
              </a:buClr>
              <a:buSzPct val="75000"/>
              <a:buFont typeface="Wingdings" panose="05000000000000000000" pitchFamily="2" charset="2"/>
              <a:buChar char=""/>
            </a:pPr>
            <a:r>
              <a:rPr lang="en-US" sz="1800" b="0" strike="noStrike" spc="-1">
                <a:solidFill>
                  <a:srgbClr val="000000"/>
                </a:solidFill>
                <a:latin typeface="Times New Roman" panose="02020603050405020304"/>
                <a:ea typeface="DejaVu Sans" panose="020B0603030804020204"/>
              </a:rPr>
              <a:t>An embedded system is a kind of computer system mainly designed to perform several tasks. </a:t>
            </a:r>
            <a:endParaRPr lang="en-IN" sz="1800" b="0" strike="noStrike" spc="-1">
              <a:latin typeface="Arial" panose="020B0604020202020204"/>
            </a:endParaRPr>
          </a:p>
          <a:p>
            <a:pPr algn="ctr">
              <a:lnSpc>
                <a:spcPct val="150000"/>
              </a:lnSpc>
              <a:spcBef>
                <a:spcPts val="565"/>
              </a:spcBef>
            </a:pPr>
            <a:endParaRPr lang="en-IN" sz="1800" b="0" strike="noStrike" spc="-1">
              <a:latin typeface="Arial" panose="020B0604020202020204"/>
            </a:endParaRPr>
          </a:p>
        </p:txBody>
      </p:sp>
      <p:pic>
        <p:nvPicPr>
          <p:cNvPr id="136" name="Picture 135"/>
          <p:cNvPicPr/>
          <p:nvPr/>
        </p:nvPicPr>
        <p:blipFill>
          <a:blip r:embed="rId1"/>
          <a:stretch>
            <a:fillRect/>
          </a:stretch>
        </p:blipFill>
        <p:spPr>
          <a:xfrm rot="21581400">
            <a:off x="2706840" y="3425400"/>
            <a:ext cx="3763440" cy="3042000"/>
          </a:xfrm>
          <a:prstGeom prst="rect">
            <a:avLst/>
          </a:prstGeom>
          <a:ln w="0">
            <a:noFill/>
          </a:ln>
        </p:spPr>
      </p:pic>
      <p:sp>
        <p:nvSpPr>
          <p:cNvPr id="137" name="CustomShape 3"/>
          <p:cNvSpPr/>
          <p:nvPr/>
        </p:nvSpPr>
        <p:spPr>
          <a:xfrm>
            <a:off x="5167440" y="6323400"/>
            <a:ext cx="3831840" cy="4266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r>
              <a:rPr lang="en-IN" sz="1200" b="0" strike="noStrike" spc="-1">
                <a:solidFill>
                  <a:srgbClr val="000000"/>
                </a:solidFill>
                <a:latin typeface="Times New Roman" panose="02020603050405020304"/>
                <a:ea typeface="DejaVu Sans" panose="020B0603030804020204"/>
              </a:rPr>
              <a:t>3</a:t>
            </a:r>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ATmega 16</a:t>
            </a:r>
            <a:endParaRPr lang="en-IN" sz="3200" b="0" strike="noStrike" spc="-1">
              <a:latin typeface="Arial" panose="020B0604020202020204"/>
            </a:endParaRPr>
          </a:p>
        </p:txBody>
      </p:sp>
      <p:sp>
        <p:nvSpPr>
          <p:cNvPr id="139" name="CustomShape 2"/>
          <p:cNvSpPr/>
          <p:nvPr/>
        </p:nvSpPr>
        <p:spPr>
          <a:xfrm>
            <a:off x="609480" y="1067040"/>
            <a:ext cx="8075880" cy="5411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nSpc>
                <a:spcPct val="150000"/>
              </a:lnSpc>
              <a:spcBef>
                <a:spcPts val="360"/>
              </a:spcBef>
            </a:pPr>
            <a:r>
              <a:rPr lang="en-US" sz="1800" b="0" strike="noStrike" spc="-1">
                <a:solidFill>
                  <a:srgbClr val="000000"/>
                </a:solidFill>
                <a:latin typeface="Times New Roman" panose="02020603050405020304"/>
                <a:ea typeface="Microsoft YaHei" panose="020B0503020204020204" charset="-122"/>
              </a:rPr>
              <a:t>8 bit, 40 pin, high performance micro-controller of Atmel mega AVR family, low power consumption, based on RISC (Reduced Instruction Set Computing), instruction execution time 1 machine cycle, with frequency of 16 MHz. </a:t>
            </a:r>
            <a:endParaRPr lang="en-IN" sz="1800" b="0" strike="noStrike" spc="-1">
              <a:latin typeface="Arial" panose="020B0604020202020204"/>
            </a:endParaRPr>
          </a:p>
          <a:p>
            <a:pPr>
              <a:lnSpc>
                <a:spcPct val="150000"/>
              </a:lnSpc>
              <a:spcBef>
                <a:spcPts val="360"/>
              </a:spcBef>
            </a:pPr>
            <a:endParaRPr lang="en-IN" sz="1800" b="0" strike="noStrike" spc="-1">
              <a:latin typeface="Arial" panose="020B0604020202020204"/>
            </a:endParaRPr>
          </a:p>
          <a:p>
            <a:pPr marL="431800" indent="-323215">
              <a:lnSpc>
                <a:spcPct val="150000"/>
              </a:lnSpc>
              <a:spcBef>
                <a:spcPts val="360"/>
              </a:spcBef>
              <a:buClr>
                <a:srgbClr val="000000"/>
              </a:buClr>
              <a:buFont typeface="StarSymbol"/>
              <a:buAutoNum type="arabicParenR"/>
            </a:pPr>
            <a:r>
              <a:rPr lang="en-US" sz="1800" b="0" strike="noStrike" spc="-1">
                <a:solidFill>
                  <a:srgbClr val="000000"/>
                </a:solidFill>
                <a:latin typeface="Times New Roman" panose="02020603050405020304"/>
                <a:ea typeface="Microsoft YaHei" panose="020B0503020204020204" charset="-122"/>
              </a:rPr>
              <a:t>16 Kb programmable flash memory.</a:t>
            </a:r>
            <a:endParaRPr lang="en-IN" sz="1800" b="0" strike="noStrike" spc="-1">
              <a:latin typeface="Arial" panose="020B0604020202020204"/>
            </a:endParaRPr>
          </a:p>
          <a:p>
            <a:pPr marL="431800" indent="-323215">
              <a:lnSpc>
                <a:spcPct val="150000"/>
              </a:lnSpc>
              <a:spcBef>
                <a:spcPts val="360"/>
              </a:spcBef>
              <a:buClr>
                <a:srgbClr val="000000"/>
              </a:buClr>
              <a:buFont typeface="StarSymbol"/>
              <a:buAutoNum type="arabicParenR"/>
            </a:pPr>
            <a:r>
              <a:rPr lang="en-US" sz="1800" b="0" strike="noStrike" spc="-1">
                <a:solidFill>
                  <a:srgbClr val="000000"/>
                </a:solidFill>
                <a:latin typeface="Times New Roman" panose="02020603050405020304"/>
                <a:ea typeface="Microsoft YaHei" panose="020B0503020204020204" charset="-122"/>
              </a:rPr>
              <a:t>Static RAM of 1 Kb and EEPROM of 512 bytes.</a:t>
            </a:r>
            <a:endParaRPr lang="en-IN" sz="1800" b="0" strike="noStrike" spc="-1">
              <a:latin typeface="Arial" panose="020B0604020202020204"/>
            </a:endParaRPr>
          </a:p>
          <a:p>
            <a:pPr marL="431800" indent="-323215" algn="just">
              <a:lnSpc>
                <a:spcPct val="150000"/>
              </a:lnSpc>
              <a:spcBef>
                <a:spcPts val="360"/>
              </a:spcBef>
              <a:buClr>
                <a:srgbClr val="000000"/>
              </a:buClr>
              <a:buFont typeface="StarSymbol"/>
              <a:buAutoNum type="arabicParenR"/>
            </a:pPr>
            <a:r>
              <a:rPr lang="en-US" sz="1800" b="0" strike="noStrike" spc="-1">
                <a:solidFill>
                  <a:srgbClr val="000000"/>
                </a:solidFill>
                <a:latin typeface="Times New Roman" panose="02020603050405020304"/>
                <a:ea typeface="Microsoft YaHei" panose="020B0503020204020204" charset="-122"/>
              </a:rPr>
              <a:t>EEPROM with 10,000 to 100,000 write/erase cycle.</a:t>
            </a:r>
            <a:endParaRPr lang="en-IN" sz="1800" b="0" strike="noStrike" spc="-1">
              <a:latin typeface="Arial" panose="020B0604020202020204"/>
            </a:endParaRPr>
          </a:p>
          <a:p>
            <a:pPr marL="431800" indent="-323215" algn="just">
              <a:lnSpc>
                <a:spcPct val="150000"/>
              </a:lnSpc>
              <a:spcBef>
                <a:spcPts val="360"/>
              </a:spcBef>
              <a:buClr>
                <a:srgbClr val="000000"/>
              </a:buClr>
              <a:buFont typeface="StarSymbol"/>
              <a:buAutoNum type="arabicParenR"/>
            </a:pPr>
            <a:r>
              <a:rPr lang="en-US" sz="1800" b="0" strike="noStrike" spc="-1">
                <a:solidFill>
                  <a:srgbClr val="000000"/>
                </a:solidFill>
                <a:latin typeface="Times New Roman" panose="02020603050405020304"/>
                <a:ea typeface="Microsoft YaHei" panose="020B0503020204020204" charset="-122"/>
              </a:rPr>
              <a:t>32 I/O lines divided into four 8 bit ports named as port A, port B, port C, port D.</a:t>
            </a:r>
            <a:endParaRPr lang="en-IN" sz="1800" b="0" strike="noStrike" spc="-1">
              <a:latin typeface="Arial" panose="020B0604020202020204"/>
            </a:endParaRPr>
          </a:p>
          <a:p>
            <a:pPr marL="431800" indent="-323215" algn="just">
              <a:lnSpc>
                <a:spcPct val="150000"/>
              </a:lnSpc>
              <a:spcBef>
                <a:spcPts val="360"/>
              </a:spcBef>
              <a:buClr>
                <a:srgbClr val="000000"/>
              </a:buClr>
              <a:buFont typeface="StarSymbol"/>
              <a:buAutoNum type="arabicParenR"/>
            </a:pPr>
            <a:r>
              <a:rPr lang="en-US" sz="1800" b="0" strike="noStrike" spc="-1">
                <a:solidFill>
                  <a:srgbClr val="000000"/>
                </a:solidFill>
                <a:latin typeface="Times New Roman" panose="02020603050405020304"/>
                <a:ea typeface="Microsoft YaHei" panose="020B0503020204020204" charset="-122"/>
              </a:rPr>
              <a:t>Inbuilt peripherals  USART, ADC , Analog comparator, SPI, etc.</a:t>
            </a:r>
            <a:endParaRPr lang="en-IN" sz="1800" b="0" strike="noStrike" spc="-1">
              <a:latin typeface="Arial" panose="020B0604020202020204"/>
            </a:endParaRPr>
          </a:p>
        </p:txBody>
      </p:sp>
      <p:sp>
        <p:nvSpPr>
          <p:cNvPr id="140" name="CustomShape 3"/>
          <p:cNvSpPr/>
          <p:nvPr/>
        </p:nvSpPr>
        <p:spPr>
          <a:xfrm>
            <a:off x="5167440" y="63000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r>
              <a:rPr lang="en-IN" sz="1200" b="0" strike="noStrike" spc="-1">
                <a:solidFill>
                  <a:srgbClr val="000000"/>
                </a:solidFill>
                <a:latin typeface="Times New Roman" panose="02020603050405020304"/>
                <a:ea typeface="DejaVu Sans" panose="020B0603030804020204"/>
              </a:rPr>
              <a:t>4</a:t>
            </a:r>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609480" y="152280"/>
            <a:ext cx="8075880" cy="4557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ATmega 16 (Pin Diagram)</a:t>
            </a:r>
            <a:endParaRPr lang="en-IN" sz="3200" b="0" strike="noStrike" spc="-1">
              <a:latin typeface="Arial" panose="020B0604020202020204"/>
            </a:endParaRPr>
          </a:p>
        </p:txBody>
      </p:sp>
      <p:pic>
        <p:nvPicPr>
          <p:cNvPr id="142" name="Picture 141"/>
          <p:cNvPicPr/>
          <p:nvPr/>
        </p:nvPicPr>
        <p:blipFill>
          <a:blip r:embed="rId1"/>
          <a:srcRect b="7222"/>
          <a:stretch>
            <a:fillRect/>
          </a:stretch>
        </p:blipFill>
        <p:spPr>
          <a:xfrm>
            <a:off x="2565000" y="1066320"/>
            <a:ext cx="4164840" cy="4872600"/>
          </a:xfrm>
          <a:prstGeom prst="rect">
            <a:avLst/>
          </a:prstGeom>
          <a:ln w="0">
            <a:noFill/>
          </a:ln>
        </p:spPr>
      </p:pic>
      <p:sp>
        <p:nvSpPr>
          <p:cNvPr id="143" name="Line 2"/>
          <p:cNvSpPr/>
          <p:nvPr/>
        </p:nvSpPr>
        <p:spPr>
          <a:xfrm>
            <a:off x="6120000" y="1620000"/>
            <a:ext cx="900000" cy="360"/>
          </a:xfrm>
          <a:prstGeom prst="line">
            <a:avLst/>
          </a:prstGeom>
          <a:ln w="38160">
            <a:solidFill>
              <a:srgbClr val="FF3838"/>
            </a:solidFill>
            <a:round/>
            <a:headEnd type="triangle" w="med" len="med"/>
          </a:ln>
        </p:spPr>
        <p:style>
          <a:lnRef idx="0">
            <a:srgbClr val="FFFFFF"/>
          </a:lnRef>
          <a:fillRef idx="0">
            <a:srgbClr val="FFFFFF"/>
          </a:fillRef>
          <a:effectRef idx="0">
            <a:srgbClr val="FFFFFF"/>
          </a:effectRef>
          <a:fontRef idx="minor"/>
        </p:style>
      </p:sp>
      <p:sp>
        <p:nvSpPr>
          <p:cNvPr id="144" name="Line 3"/>
          <p:cNvSpPr/>
          <p:nvPr/>
        </p:nvSpPr>
        <p:spPr>
          <a:xfrm>
            <a:off x="7020000" y="1620000"/>
            <a:ext cx="360" cy="1800000"/>
          </a:xfrm>
          <a:prstGeom prst="line">
            <a:avLst/>
          </a:prstGeom>
          <a:ln w="38160">
            <a:solidFill>
              <a:srgbClr val="FF3838"/>
            </a:solidFill>
            <a:round/>
          </a:ln>
        </p:spPr>
        <p:style>
          <a:lnRef idx="0">
            <a:srgbClr val="FFFFFF"/>
          </a:lnRef>
          <a:fillRef idx="0">
            <a:srgbClr val="FFFFFF"/>
          </a:fillRef>
          <a:effectRef idx="0">
            <a:srgbClr val="FFFFFF"/>
          </a:effectRef>
          <a:fontRef idx="minor"/>
        </p:style>
      </p:sp>
      <p:sp>
        <p:nvSpPr>
          <p:cNvPr id="145" name="Line 4"/>
          <p:cNvSpPr/>
          <p:nvPr/>
        </p:nvSpPr>
        <p:spPr>
          <a:xfrm>
            <a:off x="6120000" y="3420000"/>
            <a:ext cx="900000" cy="360"/>
          </a:xfrm>
          <a:prstGeom prst="line">
            <a:avLst/>
          </a:prstGeom>
          <a:ln w="29160">
            <a:solidFill>
              <a:srgbClr val="FF3838"/>
            </a:solidFill>
            <a:round/>
            <a:headEnd type="triangle" w="med" len="med"/>
          </a:ln>
        </p:spPr>
        <p:style>
          <a:lnRef idx="0">
            <a:srgbClr val="FFFFFF"/>
          </a:lnRef>
          <a:fillRef idx="0">
            <a:srgbClr val="FFFFFF"/>
          </a:fillRef>
          <a:effectRef idx="0">
            <a:srgbClr val="FFFFFF"/>
          </a:effectRef>
          <a:fontRef idx="minor"/>
        </p:style>
      </p:sp>
      <p:sp>
        <p:nvSpPr>
          <p:cNvPr id="146" name="CustomShape 5"/>
          <p:cNvSpPr/>
          <p:nvPr/>
        </p:nvSpPr>
        <p:spPr>
          <a:xfrm>
            <a:off x="7200000" y="2160000"/>
            <a:ext cx="1438920" cy="6530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ctr">
              <a:lnSpc>
                <a:spcPct val="100000"/>
              </a:lnSpc>
            </a:pPr>
            <a:r>
              <a:rPr lang="en-IN" sz="2000" b="1" strike="noStrike" spc="-1">
                <a:solidFill>
                  <a:srgbClr val="FF3838"/>
                </a:solidFill>
                <a:latin typeface="Times New Roman" panose="02020603050405020304"/>
                <a:ea typeface="DejaVu Sans" panose="020B0603030804020204"/>
              </a:rPr>
              <a:t>PORT A</a:t>
            </a:r>
            <a:endParaRPr lang="en-IN" sz="2000" b="0" strike="noStrike" spc="-1">
              <a:latin typeface="Arial" panose="020B0604020202020204"/>
            </a:endParaRPr>
          </a:p>
          <a:p>
            <a:pPr algn="ctr">
              <a:lnSpc>
                <a:spcPct val="100000"/>
              </a:lnSpc>
            </a:pPr>
            <a:r>
              <a:rPr lang="en-IN" sz="2000" b="1" strike="noStrike" spc="-1">
                <a:solidFill>
                  <a:srgbClr val="FF3838"/>
                </a:solidFill>
                <a:latin typeface="Times New Roman" panose="02020603050405020304"/>
                <a:ea typeface="DejaVu Sans" panose="020B0603030804020204"/>
              </a:rPr>
              <a:t>(</a:t>
            </a:r>
            <a:r>
              <a:rPr lang="en-IN" sz="1800" b="1" strike="noStrike" spc="-1">
                <a:solidFill>
                  <a:srgbClr val="FF3838"/>
                </a:solidFill>
                <a:latin typeface="Times New Roman" panose="02020603050405020304"/>
                <a:ea typeface="DejaVu Sans" panose="020B0603030804020204"/>
              </a:rPr>
              <a:t>Pin 33 - 40)</a:t>
            </a:r>
            <a:endParaRPr lang="en-IN" sz="1800" b="0" strike="noStrike" spc="-1">
              <a:latin typeface="Arial" panose="020B0604020202020204"/>
            </a:endParaRPr>
          </a:p>
        </p:txBody>
      </p:sp>
      <p:sp>
        <p:nvSpPr>
          <p:cNvPr id="147" name="Line 6"/>
          <p:cNvSpPr/>
          <p:nvPr/>
        </p:nvSpPr>
        <p:spPr>
          <a:xfrm>
            <a:off x="2160000" y="1620000"/>
            <a:ext cx="900000" cy="360"/>
          </a:xfrm>
          <a:prstGeom prst="line">
            <a:avLst/>
          </a:prstGeom>
          <a:ln w="38160">
            <a:solidFill>
              <a:srgbClr val="069A2E"/>
            </a:solidFill>
            <a:round/>
            <a:tailEnd type="triangle" w="med" len="med"/>
          </a:ln>
        </p:spPr>
        <p:style>
          <a:lnRef idx="0">
            <a:srgbClr val="FFFFFF"/>
          </a:lnRef>
          <a:fillRef idx="0">
            <a:srgbClr val="FFFFFF"/>
          </a:fillRef>
          <a:effectRef idx="0">
            <a:srgbClr val="FFFFFF"/>
          </a:effectRef>
          <a:fontRef idx="minor"/>
        </p:style>
      </p:sp>
      <p:sp>
        <p:nvSpPr>
          <p:cNvPr id="148" name="Line 7"/>
          <p:cNvSpPr/>
          <p:nvPr/>
        </p:nvSpPr>
        <p:spPr>
          <a:xfrm>
            <a:off x="2160000" y="1620000"/>
            <a:ext cx="360" cy="1800000"/>
          </a:xfrm>
          <a:prstGeom prst="line">
            <a:avLst/>
          </a:prstGeom>
          <a:ln w="38160">
            <a:solidFill>
              <a:srgbClr val="069A2E"/>
            </a:solidFill>
            <a:round/>
          </a:ln>
        </p:spPr>
        <p:style>
          <a:lnRef idx="0">
            <a:srgbClr val="FFFFFF"/>
          </a:lnRef>
          <a:fillRef idx="0">
            <a:srgbClr val="FFFFFF"/>
          </a:fillRef>
          <a:effectRef idx="0">
            <a:srgbClr val="FFFFFF"/>
          </a:effectRef>
          <a:fontRef idx="minor"/>
        </p:style>
      </p:sp>
      <p:sp>
        <p:nvSpPr>
          <p:cNvPr id="149" name="Line 8"/>
          <p:cNvSpPr/>
          <p:nvPr/>
        </p:nvSpPr>
        <p:spPr>
          <a:xfrm>
            <a:off x="2160000" y="3420000"/>
            <a:ext cx="900000" cy="360"/>
          </a:xfrm>
          <a:prstGeom prst="line">
            <a:avLst/>
          </a:prstGeom>
          <a:ln w="38160">
            <a:solidFill>
              <a:srgbClr val="069A2E"/>
            </a:solidFill>
            <a:round/>
            <a:tailEnd type="triangle" w="med" len="med"/>
          </a:ln>
        </p:spPr>
        <p:style>
          <a:lnRef idx="0">
            <a:srgbClr val="FFFFFF"/>
          </a:lnRef>
          <a:fillRef idx="0">
            <a:srgbClr val="FFFFFF"/>
          </a:fillRef>
          <a:effectRef idx="0">
            <a:srgbClr val="FFFFFF"/>
          </a:effectRef>
          <a:fontRef idx="minor"/>
        </p:style>
      </p:sp>
      <p:sp>
        <p:nvSpPr>
          <p:cNvPr id="150" name="CustomShape 9"/>
          <p:cNvSpPr/>
          <p:nvPr/>
        </p:nvSpPr>
        <p:spPr>
          <a:xfrm>
            <a:off x="720000" y="2340000"/>
            <a:ext cx="1258920" cy="6242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ctr">
              <a:lnSpc>
                <a:spcPct val="100000"/>
              </a:lnSpc>
            </a:pPr>
            <a:r>
              <a:rPr lang="en-IN" sz="2000" b="1" strike="noStrike" spc="-1">
                <a:solidFill>
                  <a:srgbClr val="069A2E"/>
                </a:solidFill>
                <a:latin typeface="Times New Roman" panose="02020603050405020304"/>
                <a:ea typeface="DejaVu Sans" panose="020B0603030804020204"/>
              </a:rPr>
              <a:t>PORT B</a:t>
            </a:r>
            <a:endParaRPr lang="en-IN" sz="2000" b="0" strike="noStrike" spc="-1">
              <a:latin typeface="Arial" panose="020B0604020202020204"/>
            </a:endParaRPr>
          </a:p>
          <a:p>
            <a:pPr algn="ctr">
              <a:lnSpc>
                <a:spcPct val="100000"/>
              </a:lnSpc>
            </a:pPr>
            <a:r>
              <a:rPr lang="en-IN" sz="1800" b="1" strike="noStrike" spc="-1">
                <a:solidFill>
                  <a:srgbClr val="069A2E"/>
                </a:solidFill>
                <a:latin typeface="Times New Roman" panose="02020603050405020304"/>
                <a:ea typeface="DejaVu Sans" panose="020B0603030804020204"/>
              </a:rPr>
              <a:t>(Pin 1 - 8)</a:t>
            </a:r>
            <a:endParaRPr lang="en-IN" sz="1800" b="0" strike="noStrike" spc="-1">
              <a:latin typeface="Arial" panose="020B0604020202020204"/>
            </a:endParaRPr>
          </a:p>
        </p:txBody>
      </p:sp>
      <p:sp>
        <p:nvSpPr>
          <p:cNvPr id="151" name="Line 10"/>
          <p:cNvSpPr/>
          <p:nvPr/>
        </p:nvSpPr>
        <p:spPr>
          <a:xfrm>
            <a:off x="6120000" y="3960000"/>
            <a:ext cx="900000" cy="360"/>
          </a:xfrm>
          <a:prstGeom prst="line">
            <a:avLst/>
          </a:prstGeom>
          <a:ln w="38160">
            <a:solidFill>
              <a:srgbClr val="55215B"/>
            </a:solidFill>
            <a:round/>
            <a:headEnd type="triangle" w="med" len="med"/>
          </a:ln>
        </p:spPr>
        <p:style>
          <a:lnRef idx="0">
            <a:srgbClr val="FFFFFF"/>
          </a:lnRef>
          <a:fillRef idx="0">
            <a:srgbClr val="FFFFFF"/>
          </a:fillRef>
          <a:effectRef idx="0">
            <a:srgbClr val="FFFFFF"/>
          </a:effectRef>
          <a:fontRef idx="minor"/>
        </p:style>
      </p:sp>
      <p:sp>
        <p:nvSpPr>
          <p:cNvPr id="152" name="Line 11"/>
          <p:cNvSpPr/>
          <p:nvPr/>
        </p:nvSpPr>
        <p:spPr>
          <a:xfrm>
            <a:off x="7020000" y="3960000"/>
            <a:ext cx="360" cy="1620000"/>
          </a:xfrm>
          <a:prstGeom prst="line">
            <a:avLst/>
          </a:prstGeom>
          <a:ln w="38160">
            <a:solidFill>
              <a:srgbClr val="55215B"/>
            </a:solidFill>
            <a:round/>
          </a:ln>
        </p:spPr>
        <p:style>
          <a:lnRef idx="0">
            <a:srgbClr val="FFFFFF"/>
          </a:lnRef>
          <a:fillRef idx="0">
            <a:srgbClr val="FFFFFF"/>
          </a:fillRef>
          <a:effectRef idx="0">
            <a:srgbClr val="FFFFFF"/>
          </a:effectRef>
          <a:fontRef idx="minor"/>
        </p:style>
      </p:sp>
      <p:sp>
        <p:nvSpPr>
          <p:cNvPr id="153" name="Line 12"/>
          <p:cNvSpPr/>
          <p:nvPr/>
        </p:nvSpPr>
        <p:spPr>
          <a:xfrm>
            <a:off x="6120000" y="5580000"/>
            <a:ext cx="900000" cy="360"/>
          </a:xfrm>
          <a:prstGeom prst="line">
            <a:avLst/>
          </a:prstGeom>
          <a:ln w="38160">
            <a:solidFill>
              <a:srgbClr val="55215B"/>
            </a:solidFill>
            <a:round/>
            <a:headEnd type="triangle" w="med" len="med"/>
          </a:ln>
        </p:spPr>
        <p:style>
          <a:lnRef idx="0">
            <a:srgbClr val="FFFFFF"/>
          </a:lnRef>
          <a:fillRef idx="0">
            <a:srgbClr val="FFFFFF"/>
          </a:fillRef>
          <a:effectRef idx="0">
            <a:srgbClr val="FFFFFF"/>
          </a:effectRef>
          <a:fontRef idx="minor"/>
        </p:style>
      </p:sp>
      <p:sp>
        <p:nvSpPr>
          <p:cNvPr id="154" name="CustomShape 13"/>
          <p:cNvSpPr/>
          <p:nvPr/>
        </p:nvSpPr>
        <p:spPr>
          <a:xfrm>
            <a:off x="7200000" y="4500000"/>
            <a:ext cx="1618920" cy="6242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ctr">
              <a:lnSpc>
                <a:spcPct val="100000"/>
              </a:lnSpc>
            </a:pPr>
            <a:r>
              <a:rPr lang="en-IN" sz="2000" b="1" strike="noStrike" spc="-1">
                <a:solidFill>
                  <a:srgbClr val="55215B"/>
                </a:solidFill>
                <a:latin typeface="Times New Roman" panose="02020603050405020304"/>
                <a:ea typeface="DejaVu Sans" panose="020B0603030804020204"/>
              </a:rPr>
              <a:t>PORT C</a:t>
            </a:r>
            <a:endParaRPr lang="en-IN" sz="2000" b="0" strike="noStrike" spc="-1">
              <a:latin typeface="Arial" panose="020B0604020202020204"/>
            </a:endParaRPr>
          </a:p>
          <a:p>
            <a:pPr algn="ctr">
              <a:lnSpc>
                <a:spcPct val="100000"/>
              </a:lnSpc>
            </a:pPr>
            <a:r>
              <a:rPr lang="en-IN" sz="1800" b="1" strike="noStrike" spc="-1">
                <a:solidFill>
                  <a:srgbClr val="55215B"/>
                </a:solidFill>
                <a:latin typeface="Times New Roman" panose="02020603050405020304"/>
                <a:ea typeface="DejaVu Sans" panose="020B0603030804020204"/>
              </a:rPr>
              <a:t>(Pin 22 - 29)</a:t>
            </a:r>
            <a:endParaRPr lang="en-IN" sz="1800" b="0" strike="noStrike" spc="-1">
              <a:latin typeface="Arial" panose="020B0604020202020204"/>
            </a:endParaRPr>
          </a:p>
        </p:txBody>
      </p:sp>
      <p:sp>
        <p:nvSpPr>
          <p:cNvPr id="155" name="Line 14"/>
          <p:cNvSpPr/>
          <p:nvPr/>
        </p:nvSpPr>
        <p:spPr>
          <a:xfrm>
            <a:off x="2160000" y="4320000"/>
            <a:ext cx="900000" cy="360"/>
          </a:xfrm>
          <a:prstGeom prst="line">
            <a:avLst/>
          </a:prstGeom>
          <a:ln w="38160">
            <a:solidFill>
              <a:srgbClr val="00A0FC"/>
            </a:solidFill>
            <a:round/>
            <a:tailEnd type="triangle" w="med" len="med"/>
          </a:ln>
        </p:spPr>
        <p:style>
          <a:lnRef idx="0">
            <a:srgbClr val="FFFFFF"/>
          </a:lnRef>
          <a:fillRef idx="0">
            <a:srgbClr val="FFFFFF"/>
          </a:fillRef>
          <a:effectRef idx="0">
            <a:srgbClr val="FFFFFF"/>
          </a:effectRef>
          <a:fontRef idx="minor"/>
        </p:style>
      </p:sp>
      <p:sp>
        <p:nvSpPr>
          <p:cNvPr id="156" name="Line 15"/>
          <p:cNvSpPr/>
          <p:nvPr/>
        </p:nvSpPr>
        <p:spPr>
          <a:xfrm>
            <a:off x="2160000" y="4320000"/>
            <a:ext cx="360" cy="1620000"/>
          </a:xfrm>
          <a:prstGeom prst="line">
            <a:avLst/>
          </a:prstGeom>
          <a:ln w="38160">
            <a:solidFill>
              <a:srgbClr val="00A0FC"/>
            </a:solidFill>
            <a:round/>
          </a:ln>
        </p:spPr>
        <p:style>
          <a:lnRef idx="0">
            <a:srgbClr val="FFFFFF"/>
          </a:lnRef>
          <a:fillRef idx="0">
            <a:srgbClr val="FFFFFF"/>
          </a:fillRef>
          <a:effectRef idx="0">
            <a:srgbClr val="FFFFFF"/>
          </a:effectRef>
          <a:fontRef idx="minor"/>
        </p:style>
      </p:sp>
      <p:sp>
        <p:nvSpPr>
          <p:cNvPr id="157" name="Line 16"/>
          <p:cNvSpPr/>
          <p:nvPr/>
        </p:nvSpPr>
        <p:spPr>
          <a:xfrm>
            <a:off x="2160000" y="5940000"/>
            <a:ext cx="900000" cy="360"/>
          </a:xfrm>
          <a:prstGeom prst="line">
            <a:avLst/>
          </a:prstGeom>
          <a:ln w="38160">
            <a:solidFill>
              <a:srgbClr val="00A0FC"/>
            </a:solidFill>
            <a:round/>
            <a:tailEnd type="triangle" w="med" len="med"/>
          </a:ln>
        </p:spPr>
        <p:style>
          <a:lnRef idx="0">
            <a:srgbClr val="FFFFFF"/>
          </a:lnRef>
          <a:fillRef idx="0">
            <a:srgbClr val="FFFFFF"/>
          </a:fillRef>
          <a:effectRef idx="0">
            <a:srgbClr val="FFFFFF"/>
          </a:effectRef>
          <a:fontRef idx="minor"/>
        </p:style>
      </p:sp>
      <p:sp>
        <p:nvSpPr>
          <p:cNvPr id="158" name="Line 17"/>
          <p:cNvSpPr/>
          <p:nvPr/>
        </p:nvSpPr>
        <p:spPr>
          <a:xfrm flipH="1">
            <a:off x="6120000" y="5760000"/>
            <a:ext cx="900000" cy="360"/>
          </a:xfrm>
          <a:prstGeom prst="line">
            <a:avLst/>
          </a:prstGeom>
          <a:ln w="38160">
            <a:solidFill>
              <a:srgbClr val="00A0FC"/>
            </a:solidFill>
            <a:round/>
            <a:tailEnd type="triangle" w="med" len="med"/>
          </a:ln>
        </p:spPr>
        <p:style>
          <a:lnRef idx="0">
            <a:srgbClr val="FFFFFF"/>
          </a:lnRef>
          <a:fillRef idx="0">
            <a:srgbClr val="FFFFFF"/>
          </a:fillRef>
          <a:effectRef idx="0">
            <a:srgbClr val="FFFFFF"/>
          </a:effectRef>
          <a:fontRef idx="minor"/>
        </p:style>
      </p:sp>
      <p:sp>
        <p:nvSpPr>
          <p:cNvPr id="159" name="CustomShape 18"/>
          <p:cNvSpPr/>
          <p:nvPr/>
        </p:nvSpPr>
        <p:spPr>
          <a:xfrm>
            <a:off x="540000" y="4797720"/>
            <a:ext cx="1438920" cy="6242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ctr">
              <a:lnSpc>
                <a:spcPct val="100000"/>
              </a:lnSpc>
            </a:pPr>
            <a:r>
              <a:rPr lang="en-IN" sz="2000" b="1" strike="noStrike" spc="-1">
                <a:solidFill>
                  <a:srgbClr val="00A0FC"/>
                </a:solidFill>
                <a:latin typeface="Times New Roman" panose="02020603050405020304"/>
                <a:ea typeface="DejaVu Sans" panose="020B0603030804020204"/>
              </a:rPr>
              <a:t>PORT D</a:t>
            </a:r>
            <a:endParaRPr lang="en-IN" sz="2000" b="0" strike="noStrike" spc="-1">
              <a:latin typeface="Arial" panose="020B0604020202020204"/>
            </a:endParaRPr>
          </a:p>
          <a:p>
            <a:pPr algn="ctr">
              <a:lnSpc>
                <a:spcPct val="100000"/>
              </a:lnSpc>
            </a:pPr>
            <a:r>
              <a:rPr lang="en-IN" sz="1800" b="1" strike="noStrike" spc="-1">
                <a:solidFill>
                  <a:srgbClr val="00A0FC"/>
                </a:solidFill>
                <a:latin typeface="Times New Roman" panose="02020603050405020304"/>
                <a:ea typeface="DejaVu Sans" panose="020B0603030804020204"/>
              </a:rPr>
              <a:t>(Pin 13 - 21)</a:t>
            </a:r>
            <a:endParaRPr lang="en-IN" sz="1800" b="0" strike="noStrike" spc="-1">
              <a:latin typeface="Arial" panose="020B0604020202020204"/>
            </a:endParaRPr>
          </a:p>
        </p:txBody>
      </p:sp>
      <p:sp>
        <p:nvSpPr>
          <p:cNvPr id="160" name="CustomShape 19"/>
          <p:cNvSpPr/>
          <p:nvPr/>
        </p:nvSpPr>
        <p:spPr>
          <a:xfrm>
            <a:off x="7200000" y="5674680"/>
            <a:ext cx="1258920" cy="6242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ctr">
              <a:lnSpc>
                <a:spcPct val="100000"/>
              </a:lnSpc>
            </a:pPr>
            <a:r>
              <a:rPr lang="en-IN" sz="2000" b="1" strike="noStrike" spc="-1">
                <a:solidFill>
                  <a:srgbClr val="00A0FC"/>
                </a:solidFill>
                <a:latin typeface="Times New Roman" panose="02020603050405020304"/>
                <a:ea typeface="DejaVu Sans" panose="020B0603030804020204"/>
              </a:rPr>
              <a:t>PORT D</a:t>
            </a:r>
            <a:endParaRPr lang="en-IN" sz="2000" b="0" strike="noStrike" spc="-1">
              <a:latin typeface="Arial" panose="020B0604020202020204"/>
            </a:endParaRPr>
          </a:p>
          <a:p>
            <a:pPr algn="ctr">
              <a:lnSpc>
                <a:spcPct val="100000"/>
              </a:lnSpc>
            </a:pPr>
            <a:r>
              <a:rPr lang="en-IN" sz="1800" b="1" strike="noStrike" spc="-1">
                <a:solidFill>
                  <a:srgbClr val="00A0FC"/>
                </a:solidFill>
                <a:latin typeface="Times New Roman" panose="02020603050405020304"/>
                <a:ea typeface="DejaVu Sans" panose="020B0603030804020204"/>
              </a:rPr>
              <a:t>Pin 21</a:t>
            </a:r>
            <a:endParaRPr lang="en-IN" sz="1800" b="0" strike="noStrike" spc="-1">
              <a:latin typeface="Arial" panose="020B0604020202020204"/>
            </a:endParaRPr>
          </a:p>
        </p:txBody>
      </p:sp>
      <p:sp>
        <p:nvSpPr>
          <p:cNvPr id="161" name="CustomShape 20"/>
          <p:cNvSpPr/>
          <p:nvPr/>
        </p:nvSpPr>
        <p:spPr>
          <a:xfrm>
            <a:off x="5040000" y="63234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C4DB2A68-C8EB-4A36-A8C2-63DB9BC4CC79}"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Communication Protocols</a:t>
            </a:r>
            <a:endParaRPr lang="en-IN" sz="3200" b="0" strike="noStrike" spc="-1">
              <a:latin typeface="Arial" panose="020B0604020202020204"/>
            </a:endParaRPr>
          </a:p>
        </p:txBody>
      </p:sp>
      <p:sp>
        <p:nvSpPr>
          <p:cNvPr id="163" name="CustomShape 2"/>
          <p:cNvSpPr/>
          <p:nvPr/>
        </p:nvSpPr>
        <p:spPr>
          <a:xfrm>
            <a:off x="609480" y="1066680"/>
            <a:ext cx="7847280" cy="52322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marL="342900" indent="-341630">
              <a:lnSpc>
                <a:spcPct val="150000"/>
              </a:lnSpc>
              <a:spcBef>
                <a:spcPts val="500"/>
              </a:spcBef>
              <a:buClr>
                <a:srgbClr val="0070C0"/>
              </a:buClr>
              <a:buSzPct val="80000"/>
              <a:buFont typeface="Wingdings" panose="05000000000000000000" pitchFamily="2" charset="2"/>
              <a:buChar char=""/>
            </a:pPr>
            <a:r>
              <a:rPr lang="en-US" sz="2000" b="1" strike="noStrike" spc="-1">
                <a:solidFill>
                  <a:srgbClr val="000000"/>
                </a:solidFill>
                <a:latin typeface="Times New Roman" panose="02020603050405020304"/>
                <a:ea typeface="DejaVu Sans" panose="020B0603030804020204"/>
              </a:rPr>
              <a:t>USART</a:t>
            </a:r>
            <a:r>
              <a:rPr lang="en-US" sz="1800" b="0" strike="noStrike" spc="-1">
                <a:solidFill>
                  <a:srgbClr val="000000"/>
                </a:solidFill>
                <a:latin typeface="Times New Roman" panose="02020603050405020304"/>
                <a:ea typeface="DejaVu Sans" panose="020B0603030804020204"/>
              </a:rPr>
              <a:t> - </a:t>
            </a:r>
            <a:r>
              <a:rPr lang="en-US" sz="1800" b="0" strike="noStrike" spc="-1">
                <a:solidFill>
                  <a:srgbClr val="000000"/>
                </a:solidFill>
                <a:latin typeface="Times New Roman" panose="02020603050405020304"/>
                <a:ea typeface="Microsoft YaHei" panose="020B0503020204020204" charset="-122"/>
              </a:rPr>
              <a:t>The Universal Synchronous and Asynchronous serial Receiver and Transmitter (USART) is a highly flexible full duplex serial communication device. It needs data transmitter, receiver and clock generator to work and this way is often used in our daily life computer and TV connection, etc.</a:t>
            </a:r>
            <a:endParaRPr lang="en-IN" sz="1800" b="0" strike="noStrike" spc="-1">
              <a:latin typeface="Arial" panose="020B0604020202020204"/>
            </a:endParaRPr>
          </a:p>
          <a:p>
            <a:pPr>
              <a:lnSpc>
                <a:spcPct val="150000"/>
              </a:lnSpc>
              <a:spcBef>
                <a:spcPts val="500"/>
              </a:spcBef>
            </a:pPr>
            <a:endParaRPr lang="en-IN" sz="1800" b="0" strike="noStrike" spc="-1">
              <a:latin typeface="Arial" panose="020B0604020202020204"/>
            </a:endParaRPr>
          </a:p>
          <a:p>
            <a:pPr marL="342900" indent="-341630">
              <a:lnSpc>
                <a:spcPct val="150000"/>
              </a:lnSpc>
              <a:spcBef>
                <a:spcPts val="500"/>
              </a:spcBef>
              <a:buClr>
                <a:srgbClr val="0070C0"/>
              </a:buClr>
              <a:buSzPct val="80000"/>
              <a:buFont typeface="Wingdings" panose="05000000000000000000" pitchFamily="2" charset="2"/>
              <a:buChar char=""/>
            </a:pPr>
            <a:r>
              <a:rPr lang="en-US" sz="2000" b="1" strike="noStrike" spc="-1">
                <a:solidFill>
                  <a:srgbClr val="000000"/>
                </a:solidFill>
                <a:latin typeface="Times New Roman" panose="02020603050405020304"/>
                <a:ea typeface="Microsoft YaHei" panose="020B0503020204020204" charset="-122"/>
              </a:rPr>
              <a:t>SPI</a:t>
            </a:r>
            <a:r>
              <a:rPr lang="en-US" sz="1800" b="1" strike="noStrike" spc="-1">
                <a:solidFill>
                  <a:srgbClr val="000000"/>
                </a:solidFill>
                <a:latin typeface="Times New Roman" panose="02020603050405020304"/>
                <a:ea typeface="Microsoft YaHei" panose="020B0503020204020204" charset="-122"/>
              </a:rPr>
              <a:t> </a:t>
            </a:r>
            <a:r>
              <a:rPr lang="en-US" sz="1800" b="0" strike="noStrike" spc="-1">
                <a:solidFill>
                  <a:srgbClr val="000000"/>
                </a:solidFill>
                <a:latin typeface="Times New Roman" panose="02020603050405020304"/>
                <a:ea typeface="Microsoft YaHei" panose="020B0503020204020204" charset="-122"/>
              </a:rPr>
              <a:t>- Serial Peripheral Interface is a full duplex synchronous serial communication interface specification characterized high-speed transmission. There is generally a host and multiple slaves work together. It uses two pin for data transfer, Serial Data Input (SDI) and Serial Data Output (SDO). It is used in  sensors, camera lens control and data storage on SD cards. </a:t>
            </a:r>
            <a:endParaRPr lang="en-IN" sz="1800" b="0" strike="noStrike" spc="-1">
              <a:latin typeface="Arial" panose="020B0604020202020204"/>
            </a:endParaRPr>
          </a:p>
        </p:txBody>
      </p:sp>
      <p:sp>
        <p:nvSpPr>
          <p:cNvPr id="164" name="CustomShape 3"/>
          <p:cNvSpPr/>
          <p:nvPr/>
        </p:nvSpPr>
        <p:spPr>
          <a:xfrm>
            <a:off x="5167440" y="6232680"/>
            <a:ext cx="3831840" cy="4266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7A2ED09E-51A9-47C7-9C60-FB2D23F3DC42}"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Communication Protocols</a:t>
            </a:r>
            <a:endParaRPr lang="en-IN" sz="3200" b="0" strike="noStrike" spc="-1">
              <a:latin typeface="Arial" panose="020B0604020202020204"/>
            </a:endParaRPr>
          </a:p>
        </p:txBody>
      </p:sp>
      <p:sp>
        <p:nvSpPr>
          <p:cNvPr id="166" name="CustomShape 2"/>
          <p:cNvSpPr/>
          <p:nvPr/>
        </p:nvSpPr>
        <p:spPr>
          <a:xfrm>
            <a:off x="609480" y="1066680"/>
            <a:ext cx="8075880" cy="50580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rmAutofit/>
          </a:bodyPr>
          <a:p>
            <a:pPr>
              <a:lnSpc>
                <a:spcPct val="150000"/>
              </a:lnSpc>
              <a:spcBef>
                <a:spcPts val="1415"/>
              </a:spcBef>
            </a:pPr>
            <a:r>
              <a:rPr lang="en-US" sz="2000" b="1" strike="noStrike" spc="-1">
                <a:solidFill>
                  <a:srgbClr val="000000"/>
                </a:solidFill>
                <a:latin typeface="Times New Roman" panose="02020603050405020304"/>
                <a:ea typeface="DejaVu Sans" panose="020B0603030804020204"/>
              </a:rPr>
              <a:t>I2C</a:t>
            </a:r>
            <a:r>
              <a:rPr lang="en-US" sz="1800" b="1" strike="noStrike" spc="-1">
                <a:solidFill>
                  <a:srgbClr val="000000"/>
                </a:solidFill>
                <a:latin typeface="Times New Roman" panose="02020603050405020304"/>
                <a:ea typeface="DejaVu Sans" panose="020B0603030804020204"/>
              </a:rPr>
              <a:t> - </a:t>
            </a:r>
            <a:r>
              <a:rPr lang="en-US" sz="1800" b="0" strike="noStrike" spc="-1">
                <a:solidFill>
                  <a:srgbClr val="000000"/>
                </a:solidFill>
                <a:latin typeface="Times New Roman" panose="02020603050405020304"/>
                <a:ea typeface="Microsoft YaHei" panose="020B0503020204020204" charset="-122"/>
              </a:rPr>
              <a:t>The I2C (Inter-Integrated Circuit) is a bus interface connection incorporated into many devices such as sensors and EEPROM. It only needs two lines for communication, one is data line (SDA) and the other is clock line (SCL). Because this method only needs two wires, so this connection method is widely used, especially in some small products, such as household appliances, medical and so on. </a:t>
            </a:r>
            <a:endParaRPr lang="en-IN" sz="1800" b="0" strike="noStrike" spc="-1">
              <a:latin typeface="Arial" panose="020B0604020202020204"/>
            </a:endParaRPr>
          </a:p>
        </p:txBody>
      </p:sp>
      <p:sp>
        <p:nvSpPr>
          <p:cNvPr id="167" name="CustomShape 3"/>
          <p:cNvSpPr/>
          <p:nvPr/>
        </p:nvSpPr>
        <p:spPr>
          <a:xfrm>
            <a:off x="5257440" y="6125400"/>
            <a:ext cx="365184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oAutofit/>
          </a:bodyPr>
          <a:p>
            <a:pPr algn="r">
              <a:lnSpc>
                <a:spcPct val="100000"/>
              </a:lnSpc>
            </a:pPr>
            <a:fld id="{E998E4B2-6D13-4643-A23A-E71566E3DD6E}"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Project Description</a:t>
            </a:r>
            <a:endParaRPr lang="en-IN" sz="3200" b="0" strike="noStrike" spc="-1">
              <a:latin typeface="Arial" panose="020B0604020202020204"/>
            </a:endParaRPr>
          </a:p>
        </p:txBody>
      </p:sp>
      <p:sp>
        <p:nvSpPr>
          <p:cNvPr id="169" name="CustomShape 2"/>
          <p:cNvSpPr/>
          <p:nvPr/>
        </p:nvSpPr>
        <p:spPr>
          <a:xfrm>
            <a:off x="609480" y="1066680"/>
            <a:ext cx="8075880" cy="50580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rmAutofit/>
          </a:bodyPr>
          <a:p>
            <a:pPr marL="431800" indent="-323215" algn="just">
              <a:lnSpc>
                <a:spcPct val="150000"/>
              </a:lnSpc>
              <a:spcBef>
                <a:spcPts val="360"/>
              </a:spcBef>
              <a:buClr>
                <a:srgbClr val="000000"/>
              </a:buClr>
              <a:buSzPct val="70000"/>
              <a:buFont typeface="Wingdings" panose="05000000000000000000" pitchFamily="2" charset="2"/>
              <a:buChar char=""/>
            </a:pPr>
            <a:r>
              <a:rPr lang="en-US" sz="1800" b="0" strike="noStrike" spc="-1">
                <a:solidFill>
                  <a:srgbClr val="000000"/>
                </a:solidFill>
                <a:latin typeface="Times New Roman" panose="02020603050405020304"/>
                <a:ea typeface="DejaVu Sans" panose="020B0603030804020204"/>
              </a:rPr>
              <a:t>The aim of this project is to design an RFID based security access control system.</a:t>
            </a:r>
            <a:endParaRPr lang="en-IN" sz="1800" b="0" strike="noStrike" spc="-1">
              <a:latin typeface="Arial" panose="020B0604020202020204"/>
            </a:endParaRPr>
          </a:p>
          <a:p>
            <a:pPr marL="431800" indent="-323215" algn="just">
              <a:lnSpc>
                <a:spcPct val="150000"/>
              </a:lnSpc>
              <a:spcBef>
                <a:spcPts val="360"/>
              </a:spcBef>
              <a:buClr>
                <a:srgbClr val="000000"/>
              </a:buClr>
              <a:buSzPct val="70000"/>
              <a:buFont typeface="Wingdings" panose="05000000000000000000" pitchFamily="2" charset="2"/>
              <a:buChar char=""/>
            </a:pPr>
            <a:r>
              <a:rPr lang="en-US" sz="1800" b="0" strike="noStrike" spc="-1">
                <a:solidFill>
                  <a:srgbClr val="000000"/>
                </a:solidFill>
                <a:latin typeface="Times New Roman" panose="02020603050405020304"/>
                <a:ea typeface="DejaVu Sans" panose="020B0603030804020204"/>
              </a:rPr>
              <a:t>RFID – Radio Frequency Identification Technique. </a:t>
            </a:r>
            <a:endParaRPr lang="en-IN" sz="1800" b="0" strike="noStrike" spc="-1">
              <a:latin typeface="Arial" panose="020B0604020202020204"/>
            </a:endParaRPr>
          </a:p>
          <a:p>
            <a:pPr marL="431800" indent="-323215" algn="just">
              <a:lnSpc>
                <a:spcPct val="150000"/>
              </a:lnSpc>
              <a:spcBef>
                <a:spcPts val="360"/>
              </a:spcBef>
              <a:buClr>
                <a:srgbClr val="000000"/>
              </a:buClr>
              <a:buSzPct val="70000"/>
              <a:buFont typeface="Wingdings" panose="05000000000000000000" pitchFamily="2" charset="2"/>
              <a:buChar char=""/>
            </a:pPr>
            <a:r>
              <a:rPr lang="en-US" sz="1800" b="0" strike="noStrike" spc="-1">
                <a:solidFill>
                  <a:srgbClr val="000000"/>
                </a:solidFill>
                <a:latin typeface="Times New Roman" panose="02020603050405020304"/>
                <a:ea typeface="DejaVu Sans" panose="020B0603030804020204"/>
              </a:rPr>
              <a:t>Wireless technology. </a:t>
            </a:r>
            <a:endParaRPr lang="en-IN" sz="1800" b="0" strike="noStrike" spc="-1">
              <a:latin typeface="Arial" panose="020B0604020202020204"/>
            </a:endParaRPr>
          </a:p>
          <a:p>
            <a:pPr marL="431800" indent="-323215" algn="just">
              <a:lnSpc>
                <a:spcPct val="150000"/>
              </a:lnSpc>
              <a:spcBef>
                <a:spcPts val="360"/>
              </a:spcBef>
              <a:buClr>
                <a:srgbClr val="000000"/>
              </a:buClr>
              <a:buSzPct val="70000"/>
              <a:buFont typeface="Wingdings" panose="05000000000000000000" pitchFamily="2" charset="2"/>
              <a:buChar char=""/>
            </a:pPr>
            <a:r>
              <a:rPr lang="en-US" sz="1800" b="0" strike="noStrike" spc="-1">
                <a:solidFill>
                  <a:srgbClr val="000000"/>
                </a:solidFill>
                <a:latin typeface="Times New Roman" panose="02020603050405020304"/>
                <a:ea typeface="Microsoft YaHei" panose="020B0503020204020204" charset="-122"/>
              </a:rPr>
              <a:t>Authorization of personnel is carried out with an valid RFID card and only those with access can enter a secured area. </a:t>
            </a:r>
            <a:endParaRPr lang="en-IN" sz="1800" b="0" strike="noStrike" spc="-1">
              <a:latin typeface="Arial" panose="020B0604020202020204"/>
            </a:endParaRPr>
          </a:p>
          <a:p>
            <a:pPr marL="431800" indent="-323215" algn="just">
              <a:lnSpc>
                <a:spcPct val="150000"/>
              </a:lnSpc>
              <a:spcBef>
                <a:spcPts val="360"/>
              </a:spcBef>
              <a:buClr>
                <a:srgbClr val="000000"/>
              </a:buClr>
              <a:buSzPct val="70000"/>
              <a:buFont typeface="Wingdings" panose="05000000000000000000" pitchFamily="2" charset="2"/>
              <a:buChar char=""/>
            </a:pPr>
            <a:r>
              <a:rPr lang="en-IN" sz="1800" b="0" strike="noStrike" spc="-1">
                <a:solidFill>
                  <a:srgbClr val="000000"/>
                </a:solidFill>
                <a:latin typeface="Times New Roman" panose="02020603050405020304"/>
                <a:ea typeface="Microsoft YaHei" panose="020B0503020204020204" charset="-122"/>
              </a:rPr>
              <a:t>Passive RFID tag used. </a:t>
            </a:r>
            <a:endParaRPr lang="en-IN" sz="1800" b="0" strike="noStrike" spc="-1">
              <a:latin typeface="Arial" panose="020B0604020202020204"/>
            </a:endParaRPr>
          </a:p>
          <a:p>
            <a:pPr marL="431800" indent="-323215" algn="just">
              <a:lnSpc>
                <a:spcPct val="150000"/>
              </a:lnSpc>
              <a:spcBef>
                <a:spcPts val="360"/>
              </a:spcBef>
              <a:buClr>
                <a:srgbClr val="000000"/>
              </a:buClr>
              <a:buSzPct val="70000"/>
              <a:buFont typeface="Wingdings" panose="05000000000000000000" pitchFamily="2" charset="2"/>
              <a:buChar char=""/>
            </a:pPr>
            <a:r>
              <a:rPr lang="en-IN" sz="1800" b="0" strike="noStrike" spc="-1">
                <a:solidFill>
                  <a:srgbClr val="000000"/>
                </a:solidFill>
                <a:latin typeface="Times New Roman" panose="02020603050405020304"/>
                <a:ea typeface="Microsoft YaHei" panose="020B0503020204020204" charset="-122"/>
              </a:rPr>
              <a:t>Used to overcome security threats.</a:t>
            </a:r>
            <a:endParaRPr lang="en-IN" sz="1800" b="0" strike="noStrike" spc="-1">
              <a:latin typeface="Arial" panose="020B0604020202020204"/>
            </a:endParaRPr>
          </a:p>
          <a:p>
            <a:pPr marL="431800" indent="-323215" algn="just">
              <a:lnSpc>
                <a:spcPct val="150000"/>
              </a:lnSpc>
              <a:spcBef>
                <a:spcPts val="360"/>
              </a:spcBef>
              <a:buClr>
                <a:srgbClr val="000000"/>
              </a:buClr>
              <a:buSzPct val="70000"/>
              <a:buFont typeface="Wingdings" panose="05000000000000000000" pitchFamily="2" charset="2"/>
              <a:buChar char=""/>
            </a:pPr>
            <a:r>
              <a:rPr lang="en-IN" sz="1800" b="0" strike="noStrike" spc="-1">
                <a:solidFill>
                  <a:srgbClr val="000000"/>
                </a:solidFill>
                <a:latin typeface="Times New Roman" panose="02020603050405020304"/>
                <a:ea typeface="Microsoft YaHei" panose="020B0503020204020204" charset="-122"/>
              </a:rPr>
              <a:t>Comprise of  RFID card and RFID reader module.</a:t>
            </a:r>
            <a:endParaRPr lang="en-IN" sz="1800" b="0" strike="noStrike" spc="-1">
              <a:latin typeface="Arial" panose="020B0604020202020204"/>
            </a:endParaRPr>
          </a:p>
          <a:p>
            <a:pPr marL="431800" indent="-323215" algn="just">
              <a:lnSpc>
                <a:spcPct val="150000"/>
              </a:lnSpc>
              <a:spcBef>
                <a:spcPts val="360"/>
              </a:spcBef>
              <a:buClr>
                <a:srgbClr val="000000"/>
              </a:buClr>
              <a:buSzPct val="70000"/>
              <a:buFont typeface="Wingdings" panose="05000000000000000000" pitchFamily="2" charset="2"/>
              <a:buChar char=""/>
            </a:pPr>
            <a:r>
              <a:rPr lang="en-IN" sz="1800" b="0" strike="noStrike" spc="-1">
                <a:solidFill>
                  <a:srgbClr val="000000"/>
                </a:solidFill>
                <a:latin typeface="Times New Roman" panose="02020603050405020304"/>
                <a:ea typeface="Microsoft YaHei" panose="020B0503020204020204" charset="-122"/>
              </a:rPr>
              <a:t>The most commonly used RFID reader is EM-18 reader module.</a:t>
            </a:r>
            <a:endParaRPr lang="en-IN" sz="1800" b="0" strike="noStrike" spc="-1">
              <a:latin typeface="Arial" panose="020B0604020202020204"/>
            </a:endParaRPr>
          </a:p>
        </p:txBody>
      </p:sp>
      <p:pic>
        <p:nvPicPr>
          <p:cNvPr id="170" name="Picture 169"/>
          <p:cNvPicPr/>
          <p:nvPr/>
        </p:nvPicPr>
        <p:blipFill>
          <a:blip r:embed="rId1"/>
          <a:stretch>
            <a:fillRect/>
          </a:stretch>
        </p:blipFill>
        <p:spPr>
          <a:xfrm>
            <a:off x="6229440" y="3060000"/>
            <a:ext cx="2455920" cy="1646280"/>
          </a:xfrm>
          <a:prstGeom prst="rect">
            <a:avLst/>
          </a:prstGeom>
          <a:ln w="0">
            <a:noFill/>
          </a:ln>
        </p:spPr>
      </p:pic>
      <p:sp>
        <p:nvSpPr>
          <p:cNvPr id="171" name="CustomShape 3"/>
          <p:cNvSpPr/>
          <p:nvPr/>
        </p:nvSpPr>
        <p:spPr>
          <a:xfrm>
            <a:off x="5167440" y="6323400"/>
            <a:ext cx="3831840" cy="4266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2E13E409-BB57-4FBE-86FE-03AE07759CB1}"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Project Description (Circuit Principle)</a:t>
            </a:r>
            <a:endParaRPr lang="en-IN" sz="3200" b="0" strike="noStrike" spc="-1">
              <a:latin typeface="Arial" panose="020B0604020202020204"/>
            </a:endParaRPr>
          </a:p>
        </p:txBody>
      </p:sp>
      <p:sp>
        <p:nvSpPr>
          <p:cNvPr id="173" name="CustomShape 2"/>
          <p:cNvSpPr/>
          <p:nvPr/>
        </p:nvSpPr>
        <p:spPr>
          <a:xfrm>
            <a:off x="609480" y="1066680"/>
            <a:ext cx="8389440" cy="5592240"/>
          </a:xfrm>
          <a:prstGeom prst="rect">
            <a:avLst/>
          </a:prstGeom>
          <a:noFill/>
          <a:ln w="0">
            <a:noFill/>
          </a:ln>
        </p:spPr>
        <p:style>
          <a:lnRef idx="0">
            <a:srgbClr val="FFFFFF"/>
          </a:lnRef>
          <a:fillRef idx="0">
            <a:srgbClr val="FFFFFF"/>
          </a:fillRef>
          <a:effectRef idx="0">
            <a:srgbClr val="FFFFFF"/>
          </a:effectRef>
          <a:fontRef idx="minor"/>
        </p:style>
        <p:txBody>
          <a:bodyPr lIns="0" tIns="0" rIns="0" bIns="0">
            <a:normAutofit/>
          </a:bodyPr>
          <a:p>
            <a:pPr algn="ctr">
              <a:lnSpc>
                <a:spcPct val="100000"/>
              </a:lnSpc>
              <a:spcBef>
                <a:spcPts val="1415"/>
              </a:spcBef>
            </a:pPr>
            <a:endParaRPr lang="en-IN" sz="1800" b="0" strike="noStrike" spc="-1">
              <a:latin typeface="Arial" panose="020B0604020202020204"/>
            </a:endParaRPr>
          </a:p>
          <a:p>
            <a:pPr>
              <a:lnSpc>
                <a:spcPct val="100000"/>
              </a:lnSpc>
            </a:pPr>
            <a:endParaRPr lang="en-IN" sz="1800" b="0" strike="noStrike" spc="-1">
              <a:latin typeface="Arial" panose="020B0604020202020204"/>
            </a:endParaRPr>
          </a:p>
        </p:txBody>
      </p:sp>
      <p:sp>
        <p:nvSpPr>
          <p:cNvPr id="174" name="CustomShape 3"/>
          <p:cNvSpPr/>
          <p:nvPr/>
        </p:nvSpPr>
        <p:spPr>
          <a:xfrm>
            <a:off x="609480" y="1080000"/>
            <a:ext cx="1009440" cy="1078920"/>
          </a:xfrm>
          <a:prstGeom prst="rect">
            <a:avLst/>
          </a:prstGeom>
          <a:solidFill>
            <a:srgbClr val="729FCF"/>
          </a:solidFill>
          <a:ln>
            <a:solidFill>
              <a:srgbClr val="729FC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n-US" sz="2000" b="1" strike="noStrike" spc="-1">
                <a:solidFill>
                  <a:srgbClr val="000000"/>
                </a:solidFill>
                <a:latin typeface="Times New Roman" panose="02020603050405020304"/>
                <a:ea typeface="DejaVu Sans" panose="020B0603030804020204"/>
              </a:rPr>
              <a:t>RFID  card </a:t>
            </a:r>
            <a:r>
              <a:rPr lang="en-IN" altLang="en-US" sz="2000" b="1" strike="noStrike" spc="-1">
                <a:solidFill>
                  <a:srgbClr val="000000"/>
                </a:solidFill>
                <a:latin typeface="Times New Roman" panose="02020603050405020304"/>
                <a:ea typeface="DejaVu Sans" panose="020B0603030804020204"/>
              </a:rPr>
              <a:t>showed</a:t>
            </a:r>
            <a:endParaRPr lang="en-IN" altLang="en-US" sz="2000" b="1" strike="noStrike" spc="-1">
              <a:solidFill>
                <a:srgbClr val="000000"/>
              </a:solidFill>
              <a:latin typeface="Times New Roman" panose="02020603050405020304"/>
              <a:ea typeface="DejaVu Sans" panose="020B0603030804020204"/>
            </a:endParaRPr>
          </a:p>
        </p:txBody>
      </p:sp>
      <p:sp>
        <p:nvSpPr>
          <p:cNvPr id="175" name="CustomShape 4"/>
          <p:cNvSpPr/>
          <p:nvPr/>
        </p:nvSpPr>
        <p:spPr>
          <a:xfrm>
            <a:off x="1440000" y="2160000"/>
            <a:ext cx="455760" cy="303480"/>
          </a:xfrm>
          <a:prstGeom prst="rightArrow">
            <a:avLst>
              <a:gd name="adj1" fmla="val 50000"/>
              <a:gd name="adj2" fmla="val 50000"/>
            </a:avLst>
          </a:prstGeom>
          <a:solidFill>
            <a:srgbClr val="2A6099"/>
          </a:solidFill>
          <a:ln>
            <a:solidFill>
              <a:srgbClr val="2A6099"/>
            </a:solidFill>
            <a:round/>
          </a:ln>
        </p:spPr>
        <p:style>
          <a:lnRef idx="2">
            <a:schemeClr val="accent1">
              <a:shade val="50000"/>
            </a:schemeClr>
          </a:lnRef>
          <a:fillRef idx="1">
            <a:schemeClr val="accent1"/>
          </a:fillRef>
          <a:effectRef idx="0">
            <a:schemeClr val="accent1"/>
          </a:effectRef>
          <a:fontRef idx="minor"/>
        </p:style>
      </p:sp>
      <p:sp>
        <p:nvSpPr>
          <p:cNvPr id="181" name="CustomShape 5"/>
          <p:cNvSpPr/>
          <p:nvPr/>
        </p:nvSpPr>
        <p:spPr>
          <a:xfrm>
            <a:off x="5220000" y="64800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AFF95F34-D4ED-4C4B-8C9B-F3F201957067}"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grpSp>
        <p:nvGrpSpPr>
          <p:cNvPr id="235" name="Group 9"/>
          <p:cNvGrpSpPr/>
          <p:nvPr/>
        </p:nvGrpSpPr>
        <p:grpSpPr>
          <a:xfrm>
            <a:off x="2004120" y="1260000"/>
            <a:ext cx="1766520" cy="4140000"/>
            <a:chOff x="2004120" y="1260000"/>
            <a:chExt cx="1766520" cy="4140000"/>
          </a:xfrm>
        </p:grpSpPr>
        <p:sp>
          <p:nvSpPr>
            <p:cNvPr id="236" name="CustomShape 10"/>
            <p:cNvSpPr/>
            <p:nvPr/>
          </p:nvSpPr>
          <p:spPr>
            <a:xfrm>
              <a:off x="2004120" y="1260000"/>
              <a:ext cx="1766520" cy="4140000"/>
            </a:xfrm>
            <a:custGeom>
              <a:avLst/>
              <a:gdLst/>
              <a:ahLst/>
              <a:cxnLst/>
              <a:rect l="l" t="t" r="r" b="b"/>
              <a:pathLst>
                <a:path w="1767204" h="4064635">
                  <a:moveTo>
                    <a:pt x="0" y="0"/>
                  </a:moveTo>
                  <a:lnTo>
                    <a:pt x="0" y="4064038"/>
                  </a:lnTo>
                  <a:lnTo>
                    <a:pt x="1766874" y="3251517"/>
                  </a:lnTo>
                  <a:lnTo>
                    <a:pt x="1766874" y="812876"/>
                  </a:lnTo>
                  <a:lnTo>
                    <a:pt x="0" y="0"/>
                  </a:lnTo>
                  <a:close/>
                </a:path>
              </a:pathLst>
            </a:custGeom>
            <a:solidFill>
              <a:srgbClr val="729FCF"/>
            </a:solidFill>
            <a:ln w="0">
              <a:noFill/>
            </a:ln>
          </p:spPr>
          <p:style>
            <a:lnRef idx="0">
              <a:srgbClr val="FFFFFF"/>
            </a:lnRef>
            <a:fillRef idx="0">
              <a:srgbClr val="FFFFFF"/>
            </a:fillRef>
            <a:effectRef idx="0">
              <a:srgbClr val="FFFFFF"/>
            </a:effectRef>
            <a:fontRef idx="minor"/>
          </p:style>
        </p:sp>
        <p:sp>
          <p:nvSpPr>
            <p:cNvPr id="237" name="CustomShape 11"/>
            <p:cNvSpPr/>
            <p:nvPr/>
          </p:nvSpPr>
          <p:spPr>
            <a:xfrm>
              <a:off x="2004120" y="1260000"/>
              <a:ext cx="1766520" cy="4140000"/>
            </a:xfrm>
            <a:custGeom>
              <a:avLst/>
              <a:gdLst/>
              <a:ahLst/>
              <a:cxnLst/>
              <a:rect l="l" t="t" r="r" b="b"/>
              <a:pathLst>
                <a:path w="1767204" h="4064635">
                  <a:moveTo>
                    <a:pt x="0" y="4064038"/>
                  </a:moveTo>
                  <a:lnTo>
                    <a:pt x="0" y="0"/>
                  </a:lnTo>
                  <a:lnTo>
                    <a:pt x="1766874" y="812876"/>
                  </a:lnTo>
                  <a:lnTo>
                    <a:pt x="1766874" y="3251517"/>
                  </a:lnTo>
                  <a:lnTo>
                    <a:pt x="0" y="4064038"/>
                  </a:lnTo>
                  <a:close/>
                </a:path>
              </a:pathLst>
            </a:custGeom>
            <a:noFill/>
            <a:ln w="25559">
              <a:solidFill>
                <a:srgbClr val="719ECE"/>
              </a:solidFill>
              <a:round/>
            </a:ln>
          </p:spPr>
          <p:style>
            <a:lnRef idx="0">
              <a:srgbClr val="FFFFFF"/>
            </a:lnRef>
            <a:fillRef idx="0">
              <a:srgbClr val="FFFFFF"/>
            </a:fillRef>
            <a:effectRef idx="0">
              <a:srgbClr val="FFFFFF"/>
            </a:effectRef>
            <a:fontRef idx="minor"/>
          </p:style>
        </p:sp>
      </p:grpSp>
      <p:sp>
        <p:nvSpPr>
          <p:cNvPr id="238" name="CustomShape 12"/>
          <p:cNvSpPr/>
          <p:nvPr/>
        </p:nvSpPr>
        <p:spPr>
          <a:xfrm>
            <a:off x="2036535" y="3476220"/>
            <a:ext cx="1701720" cy="1119505"/>
          </a:xfrm>
          <a:prstGeom prst="rect">
            <a:avLst/>
          </a:prstGeom>
          <a:noFill/>
          <a:ln w="0">
            <a:noFill/>
          </a:ln>
        </p:spPr>
        <p:style>
          <a:lnRef idx="0">
            <a:srgbClr val="FFFFFF"/>
          </a:lnRef>
          <a:fillRef idx="0">
            <a:srgbClr val="FFFFFF"/>
          </a:fillRef>
          <a:effectRef idx="0">
            <a:srgbClr val="FFFFFF"/>
          </a:effectRef>
          <a:fontRef idx="minor"/>
        </p:style>
        <p:txBody>
          <a:bodyPr lIns="0" tIns="12600" rIns="0" bIns="0">
            <a:spAutoFit/>
          </a:bodyPr>
          <a:p>
            <a:pPr marL="209550" indent="-171450">
              <a:lnSpc>
                <a:spcPct val="100000"/>
              </a:lnSpc>
              <a:spcBef>
                <a:spcPts val="100"/>
              </a:spcBef>
              <a:buClr>
                <a:srgbClr val="000000"/>
              </a:buClr>
              <a:buFont typeface="Arial" panose="020B0604020202020204" pitchFamily="34" charset="0"/>
              <a:buChar char="•"/>
            </a:pPr>
            <a:r>
              <a:rPr lang="en-IN" sz="1200" b="1" strike="noStrike" spc="-1">
                <a:solidFill>
                  <a:srgbClr val="000000"/>
                </a:solidFill>
                <a:latin typeface="Times New Roman" panose="02020603050405020304"/>
                <a:ea typeface="DejaVu Sans" panose="020B0603030804020204"/>
              </a:rPr>
              <a:t>AS A RESULT, MICROCHIP  </a:t>
            </a:r>
            <a:r>
              <a:rPr lang="en-IN" sz="1200" b="1" strike="noStrike" spc="-12">
                <a:solidFill>
                  <a:srgbClr val="000000"/>
                </a:solidFill>
                <a:latin typeface="Times New Roman" panose="02020603050405020304"/>
                <a:ea typeface="DejaVu Sans" panose="020B0603030804020204"/>
              </a:rPr>
              <a:t>IN THE READER ALSO GETS ENOUGH POWER TO TURN IT ON. </a:t>
            </a:r>
            <a:endParaRPr lang="en-IN" sz="1200" b="0" strike="noStrike" spc="-1">
              <a:latin typeface="Arial" panose="020B0604020202020204"/>
            </a:endParaRPr>
          </a:p>
        </p:txBody>
      </p:sp>
      <p:sp>
        <p:nvSpPr>
          <p:cNvPr id="239" name="CustomShape 13"/>
          <p:cNvSpPr/>
          <p:nvPr/>
        </p:nvSpPr>
        <p:spPr>
          <a:xfrm>
            <a:off x="2036445" y="1989455"/>
            <a:ext cx="1635760" cy="1290955"/>
          </a:xfrm>
          <a:prstGeom prst="rect">
            <a:avLst/>
          </a:prstGeom>
          <a:noFill/>
          <a:ln w="0">
            <a:noFill/>
          </a:ln>
        </p:spPr>
        <p:style>
          <a:lnRef idx="0">
            <a:srgbClr val="FFFFFF"/>
          </a:lnRef>
          <a:fillRef idx="0">
            <a:srgbClr val="FFFFFF"/>
          </a:fillRef>
          <a:effectRef idx="0">
            <a:srgbClr val="FFFFFF"/>
          </a:effectRef>
          <a:fontRef idx="minor"/>
        </p:style>
        <p:txBody>
          <a:bodyPr wrap="square" lIns="0" tIns="12600" rIns="0" bIns="0">
            <a:spAutoFit/>
          </a:bodyPr>
          <a:p>
            <a:pPr marL="184150" indent="-171450">
              <a:lnSpc>
                <a:spcPct val="99000"/>
              </a:lnSpc>
              <a:spcBef>
                <a:spcPts val="100"/>
              </a:spcBef>
              <a:buClr>
                <a:srgbClr val="000000"/>
              </a:buClr>
              <a:buSzPct val="100000"/>
              <a:buFont typeface="Arial" panose="020B0604020202020204" pitchFamily="34" charset="0"/>
              <a:buChar char="•"/>
              <a:tabLst>
                <a:tab pos="130175" algn="l"/>
              </a:tabLst>
            </a:pPr>
            <a:r>
              <a:rPr lang="en-IN" sz="1200" b="1">
                <a:solidFill>
                  <a:srgbClr val="000000"/>
                </a:solidFill>
                <a:latin typeface="Times New Roman" panose="02020603050405020304"/>
                <a:ea typeface="DejaVu Sans" panose="020B0603030804020204"/>
                <a:sym typeface="+mn-ea"/>
              </a:rPr>
              <a:t>THE</a:t>
            </a:r>
            <a:r>
              <a:rPr lang="en-IN" sz="1200" b="1">
                <a:solidFill>
                  <a:schemeClr val="tx1"/>
                </a:solidFill>
                <a:latin typeface="Times New Roman" panose="02020603050405020304"/>
                <a:ea typeface="DejaVu Sans" panose="020B0603030804020204"/>
                <a:sym typeface="+mn-ea"/>
              </a:rPr>
              <a:t> COIL IN THE READER ENERGIES THE COIL IN THE RFID CARD THROUGH MUTUAL INDUCTION.</a:t>
            </a:r>
            <a:endParaRPr lang="en-IN" sz="1200" b="1">
              <a:solidFill>
                <a:schemeClr val="tx1"/>
              </a:solidFill>
              <a:latin typeface="Times New Roman" panose="02020603050405020304"/>
              <a:ea typeface="DejaVu Sans" panose="020B0603030804020204"/>
              <a:sym typeface="+mn-ea"/>
            </a:endParaRPr>
          </a:p>
        </p:txBody>
      </p:sp>
      <p:grpSp>
        <p:nvGrpSpPr>
          <p:cNvPr id="240" name="Group 14"/>
          <p:cNvGrpSpPr/>
          <p:nvPr/>
        </p:nvGrpSpPr>
        <p:grpSpPr>
          <a:xfrm>
            <a:off x="4168800" y="1335960"/>
            <a:ext cx="1766520" cy="4064040"/>
            <a:chOff x="4168800" y="1335960"/>
            <a:chExt cx="1766520" cy="4064040"/>
          </a:xfrm>
        </p:grpSpPr>
        <p:sp>
          <p:nvSpPr>
            <p:cNvPr id="241" name="CustomShape 15"/>
            <p:cNvSpPr/>
            <p:nvPr/>
          </p:nvSpPr>
          <p:spPr>
            <a:xfrm>
              <a:off x="4168800" y="1335960"/>
              <a:ext cx="1766520" cy="4064040"/>
            </a:xfrm>
            <a:custGeom>
              <a:avLst/>
              <a:gdLst/>
              <a:ahLst/>
              <a:cxnLst/>
              <a:rect l="l" t="t" r="r" b="b"/>
              <a:pathLst>
                <a:path w="1767204" h="4064635">
                  <a:moveTo>
                    <a:pt x="0" y="0"/>
                  </a:moveTo>
                  <a:lnTo>
                    <a:pt x="0" y="4064038"/>
                  </a:lnTo>
                  <a:lnTo>
                    <a:pt x="1766874" y="3251517"/>
                  </a:lnTo>
                  <a:lnTo>
                    <a:pt x="1766874" y="812876"/>
                  </a:lnTo>
                  <a:lnTo>
                    <a:pt x="0" y="0"/>
                  </a:lnTo>
                  <a:close/>
                </a:path>
              </a:pathLst>
            </a:custGeom>
            <a:solidFill>
              <a:srgbClr val="719ECE"/>
            </a:solidFill>
            <a:ln w="0">
              <a:noFill/>
            </a:ln>
          </p:spPr>
          <p:style>
            <a:lnRef idx="0">
              <a:srgbClr val="FFFFFF"/>
            </a:lnRef>
            <a:fillRef idx="0">
              <a:srgbClr val="FFFFFF"/>
            </a:fillRef>
            <a:effectRef idx="0">
              <a:srgbClr val="FFFFFF"/>
            </a:effectRef>
            <a:fontRef idx="minor"/>
          </p:style>
        </p:sp>
        <p:sp>
          <p:nvSpPr>
            <p:cNvPr id="242" name="CustomShape 16"/>
            <p:cNvSpPr/>
            <p:nvPr/>
          </p:nvSpPr>
          <p:spPr>
            <a:xfrm>
              <a:off x="4168800" y="1335960"/>
              <a:ext cx="1766520" cy="4064040"/>
            </a:xfrm>
            <a:custGeom>
              <a:avLst/>
              <a:gdLst/>
              <a:ahLst/>
              <a:cxnLst/>
              <a:rect l="l" t="t" r="r" b="b"/>
              <a:pathLst>
                <a:path w="1767204" h="4064635">
                  <a:moveTo>
                    <a:pt x="0" y="4064038"/>
                  </a:moveTo>
                  <a:lnTo>
                    <a:pt x="0" y="0"/>
                  </a:lnTo>
                  <a:lnTo>
                    <a:pt x="1766874" y="812876"/>
                  </a:lnTo>
                  <a:lnTo>
                    <a:pt x="1766874" y="3251517"/>
                  </a:lnTo>
                  <a:lnTo>
                    <a:pt x="0" y="4064038"/>
                  </a:lnTo>
                  <a:close/>
                </a:path>
              </a:pathLst>
            </a:custGeom>
            <a:noFill/>
            <a:ln w="25559">
              <a:solidFill>
                <a:srgbClr val="719ECE"/>
              </a:solidFill>
              <a:round/>
            </a:ln>
          </p:spPr>
          <p:style>
            <a:lnRef idx="0">
              <a:srgbClr val="FFFFFF"/>
            </a:lnRef>
            <a:fillRef idx="0">
              <a:srgbClr val="FFFFFF"/>
            </a:fillRef>
            <a:effectRef idx="0">
              <a:srgbClr val="FFFFFF"/>
            </a:effectRef>
            <a:fontRef idx="minor"/>
          </p:style>
        </p:sp>
      </p:grpSp>
      <p:sp>
        <p:nvSpPr>
          <p:cNvPr id="243" name="CustomShape 17"/>
          <p:cNvSpPr/>
          <p:nvPr/>
        </p:nvSpPr>
        <p:spPr>
          <a:xfrm>
            <a:off x="4233960" y="2202120"/>
            <a:ext cx="1598040" cy="2515870"/>
          </a:xfrm>
          <a:prstGeom prst="rect">
            <a:avLst/>
          </a:prstGeom>
          <a:noFill/>
          <a:ln w="0">
            <a:noFill/>
          </a:ln>
        </p:spPr>
        <p:style>
          <a:lnRef idx="0">
            <a:srgbClr val="FFFFFF"/>
          </a:lnRef>
          <a:fillRef idx="0">
            <a:srgbClr val="FFFFFF"/>
          </a:fillRef>
          <a:effectRef idx="0">
            <a:srgbClr val="FFFFFF"/>
          </a:effectRef>
          <a:fontRef idx="minor"/>
        </p:style>
        <p:txBody>
          <a:bodyPr lIns="0" tIns="14040" rIns="0" bIns="0">
            <a:spAutoFit/>
          </a:bodyPr>
          <a:p>
            <a:pPr marL="309880" indent="-135255">
              <a:lnSpc>
                <a:spcPct val="100000"/>
              </a:lnSpc>
              <a:spcBef>
                <a:spcPts val="10"/>
              </a:spcBef>
              <a:buClr>
                <a:srgbClr val="000000"/>
              </a:buClr>
              <a:buSzPct val="44000"/>
              <a:buFont typeface="Wingdings" panose="05000000000000000000" pitchFamily="2" charset="2"/>
              <a:buChar char=""/>
              <a:tabLst>
                <a:tab pos="310515" algn="l"/>
              </a:tabLst>
            </a:pPr>
            <a:r>
              <a:rPr lang="en-IN" sz="1250" b="1" strike="noStrike" spc="7">
                <a:solidFill>
                  <a:srgbClr val="000000"/>
                </a:solidFill>
                <a:latin typeface="Times New Roman" panose="02020603050405020304"/>
                <a:ea typeface="DejaVu Sans" panose="020B0603030804020204"/>
              </a:rPr>
              <a:t>COIL IN THE READER WORKS </a:t>
            </a:r>
            <a:r>
              <a:rPr lang="en-IN" sz="1250" b="1" strike="noStrike" spc="-1">
                <a:solidFill>
                  <a:srgbClr val="000000"/>
                </a:solidFill>
                <a:latin typeface="Times New Roman" panose="02020603050405020304"/>
                <a:ea typeface="DejaVu Sans" panose="020B0603030804020204"/>
              </a:rPr>
              <a:t>AS  </a:t>
            </a:r>
            <a:r>
              <a:rPr lang="en-IN" sz="1250" b="1" strike="noStrike" spc="1">
                <a:solidFill>
                  <a:srgbClr val="000000"/>
                </a:solidFill>
                <a:latin typeface="Times New Roman" panose="02020603050405020304"/>
                <a:ea typeface="DejaVu Sans" panose="020B0603030804020204"/>
              </a:rPr>
              <a:t>ANTENNA.</a:t>
            </a:r>
            <a:endParaRPr lang="en-IN" sz="1250" b="1" strike="noStrike" spc="1">
              <a:solidFill>
                <a:srgbClr val="000000"/>
              </a:solidFill>
              <a:latin typeface="Times New Roman" panose="02020603050405020304"/>
              <a:ea typeface="DejaVu Sans" panose="020B0603030804020204"/>
            </a:endParaRPr>
          </a:p>
          <a:p>
            <a:pPr marL="309880" indent="-135255">
              <a:lnSpc>
                <a:spcPct val="100000"/>
              </a:lnSpc>
              <a:spcBef>
                <a:spcPts val="10"/>
              </a:spcBef>
              <a:buClr>
                <a:srgbClr val="000000"/>
              </a:buClr>
              <a:buSzPct val="44000"/>
              <a:buFont typeface="Wingdings" panose="05000000000000000000" pitchFamily="2" charset="2"/>
              <a:buChar char=""/>
              <a:tabLst>
                <a:tab pos="310515" algn="l"/>
              </a:tabLst>
            </a:pPr>
            <a:r>
              <a:rPr lang="en-IN" sz="1250" b="1" strike="noStrike" spc="1">
                <a:solidFill>
                  <a:srgbClr val="000000"/>
                </a:solidFill>
                <a:latin typeface="Times New Roman" panose="02020603050405020304"/>
                <a:ea typeface="DejaVu Sans" panose="020B0603030804020204"/>
              </a:rPr>
              <a:t>IT</a:t>
            </a:r>
            <a:r>
              <a:rPr lang="en-IN" sz="1250" b="1" strike="noStrike" spc="-151">
                <a:solidFill>
                  <a:srgbClr val="000000"/>
                </a:solidFill>
                <a:latin typeface="Times New Roman" panose="02020603050405020304"/>
                <a:ea typeface="DejaVu Sans" panose="020B0603030804020204"/>
              </a:rPr>
              <a:t> </a:t>
            </a:r>
            <a:r>
              <a:rPr lang="en-IN" sz="1250" b="1" strike="noStrike" spc="-1">
                <a:solidFill>
                  <a:srgbClr val="000000"/>
                </a:solidFill>
                <a:latin typeface="Times New Roman" panose="02020603050405020304"/>
                <a:ea typeface="DejaVu Sans" panose="020B0603030804020204"/>
              </a:rPr>
              <a:t>SEND  </a:t>
            </a:r>
            <a:r>
              <a:rPr lang="en-IN" sz="1250" b="1" strike="noStrike" spc="-7">
                <a:solidFill>
                  <a:srgbClr val="000000"/>
                </a:solidFill>
                <a:latin typeface="Times New Roman" panose="02020603050405020304"/>
                <a:ea typeface="DejaVu Sans" panose="020B0603030804020204"/>
              </a:rPr>
              <a:t>INFORMATION IN MICROCHIP  TO READER MODULE </a:t>
            </a:r>
            <a:r>
              <a:rPr lang="en-IN" sz="1250" b="1" strike="noStrike" spc="-1">
                <a:solidFill>
                  <a:srgbClr val="000000"/>
                </a:solidFill>
                <a:latin typeface="Times New Roman" panose="02020603050405020304"/>
                <a:ea typeface="DejaVu Sans" panose="020B0603030804020204"/>
              </a:rPr>
              <a:t>VIA RADIO  </a:t>
            </a:r>
            <a:r>
              <a:rPr lang="en-IN" sz="1250" b="1" strike="noStrike" spc="-7">
                <a:solidFill>
                  <a:srgbClr val="000000"/>
                </a:solidFill>
                <a:latin typeface="Times New Roman" panose="02020603050405020304"/>
                <a:ea typeface="DejaVu Sans" panose="020B0603030804020204"/>
              </a:rPr>
              <a:t>COMMUNICATI  </a:t>
            </a:r>
            <a:r>
              <a:rPr lang="en-IN" sz="1250" b="1" strike="noStrike" spc="1">
                <a:solidFill>
                  <a:srgbClr val="000000"/>
                </a:solidFill>
                <a:latin typeface="Times New Roman" panose="02020603050405020304"/>
                <a:ea typeface="DejaVu Sans" panose="020B0603030804020204"/>
              </a:rPr>
              <a:t>ON VIA USART PROTOCOL</a:t>
            </a:r>
            <a:endParaRPr lang="en-IN" sz="1250" b="0" strike="noStrike" spc="-1">
              <a:latin typeface="Arial" panose="020B0604020202020204"/>
            </a:endParaRPr>
          </a:p>
        </p:txBody>
      </p:sp>
      <p:grpSp>
        <p:nvGrpSpPr>
          <p:cNvPr id="244" name="Group 18"/>
          <p:cNvGrpSpPr/>
          <p:nvPr/>
        </p:nvGrpSpPr>
        <p:grpSpPr>
          <a:xfrm>
            <a:off x="6333120" y="1335960"/>
            <a:ext cx="1766520" cy="4064040"/>
            <a:chOff x="6333120" y="1335960"/>
            <a:chExt cx="1766520" cy="4064040"/>
          </a:xfrm>
        </p:grpSpPr>
        <p:sp>
          <p:nvSpPr>
            <p:cNvPr id="245" name="CustomShape 19"/>
            <p:cNvSpPr/>
            <p:nvPr/>
          </p:nvSpPr>
          <p:spPr>
            <a:xfrm>
              <a:off x="6333120" y="1335960"/>
              <a:ext cx="1766520" cy="4064040"/>
            </a:xfrm>
            <a:custGeom>
              <a:avLst/>
              <a:gdLst/>
              <a:ahLst/>
              <a:cxnLst/>
              <a:rect l="l" t="t" r="r" b="b"/>
              <a:pathLst>
                <a:path w="1767204" h="4064635">
                  <a:moveTo>
                    <a:pt x="0" y="0"/>
                  </a:moveTo>
                  <a:lnTo>
                    <a:pt x="0" y="4064038"/>
                  </a:lnTo>
                  <a:lnTo>
                    <a:pt x="1766874" y="3251517"/>
                  </a:lnTo>
                  <a:lnTo>
                    <a:pt x="1766874" y="812876"/>
                  </a:lnTo>
                  <a:lnTo>
                    <a:pt x="0" y="0"/>
                  </a:lnTo>
                  <a:close/>
                </a:path>
              </a:pathLst>
            </a:custGeom>
            <a:solidFill>
              <a:srgbClr val="719ECE"/>
            </a:solidFill>
            <a:ln w="0">
              <a:noFill/>
            </a:ln>
          </p:spPr>
          <p:style>
            <a:lnRef idx="0">
              <a:srgbClr val="FFFFFF"/>
            </a:lnRef>
            <a:fillRef idx="0">
              <a:srgbClr val="FFFFFF"/>
            </a:fillRef>
            <a:effectRef idx="0">
              <a:srgbClr val="FFFFFF"/>
            </a:effectRef>
            <a:fontRef idx="minor"/>
          </p:style>
        </p:sp>
        <p:sp>
          <p:nvSpPr>
            <p:cNvPr id="246" name="CustomShape 20"/>
            <p:cNvSpPr/>
            <p:nvPr/>
          </p:nvSpPr>
          <p:spPr>
            <a:xfrm>
              <a:off x="6333120" y="1335960"/>
              <a:ext cx="1766520" cy="4064040"/>
            </a:xfrm>
            <a:custGeom>
              <a:avLst/>
              <a:gdLst/>
              <a:ahLst/>
              <a:cxnLst/>
              <a:rect l="l" t="t" r="r" b="b"/>
              <a:pathLst>
                <a:path w="1767204" h="4064635">
                  <a:moveTo>
                    <a:pt x="0" y="4064038"/>
                  </a:moveTo>
                  <a:lnTo>
                    <a:pt x="0" y="0"/>
                  </a:lnTo>
                  <a:lnTo>
                    <a:pt x="1766874" y="812876"/>
                  </a:lnTo>
                  <a:lnTo>
                    <a:pt x="1766874" y="3251517"/>
                  </a:lnTo>
                  <a:lnTo>
                    <a:pt x="0" y="4064038"/>
                  </a:lnTo>
                  <a:close/>
                </a:path>
              </a:pathLst>
            </a:custGeom>
            <a:noFill/>
            <a:ln w="25559">
              <a:solidFill>
                <a:srgbClr val="719ECE"/>
              </a:solidFill>
              <a:round/>
            </a:ln>
          </p:spPr>
          <p:style>
            <a:lnRef idx="0">
              <a:srgbClr val="FFFFFF"/>
            </a:lnRef>
            <a:fillRef idx="0">
              <a:srgbClr val="FFFFFF"/>
            </a:fillRef>
            <a:effectRef idx="0">
              <a:srgbClr val="FFFFFF"/>
            </a:effectRef>
            <a:fontRef idx="minor"/>
          </p:style>
        </p:sp>
      </p:grpSp>
      <p:sp>
        <p:nvSpPr>
          <p:cNvPr id="247" name="CustomShape 21"/>
          <p:cNvSpPr/>
          <p:nvPr/>
        </p:nvSpPr>
        <p:spPr>
          <a:xfrm>
            <a:off x="6378595" y="2061135"/>
            <a:ext cx="1514880" cy="2549525"/>
          </a:xfrm>
          <a:prstGeom prst="rect">
            <a:avLst/>
          </a:prstGeom>
          <a:noFill/>
          <a:ln w="0">
            <a:noFill/>
          </a:ln>
        </p:spPr>
        <p:style>
          <a:lnRef idx="0">
            <a:srgbClr val="FFFFFF"/>
          </a:lnRef>
          <a:fillRef idx="0">
            <a:srgbClr val="FFFFFF"/>
          </a:fillRef>
          <a:effectRef idx="0">
            <a:srgbClr val="FFFFFF"/>
          </a:effectRef>
          <a:fontRef idx="minor"/>
        </p:style>
        <p:txBody>
          <a:bodyPr lIns="0" tIns="12600" rIns="0" bIns="0">
            <a:spAutoFit/>
          </a:bodyPr>
          <a:p>
            <a:pPr marL="38100">
              <a:lnSpc>
                <a:spcPct val="101000"/>
              </a:lnSpc>
              <a:spcBef>
                <a:spcPts val="100"/>
              </a:spcBef>
            </a:pPr>
            <a:r>
              <a:rPr lang="en-IN" sz="1350" b="1" strike="noStrike" spc="7">
                <a:solidFill>
                  <a:srgbClr val="000000"/>
                </a:solidFill>
                <a:latin typeface="Times New Roman" panose="02020603050405020304"/>
                <a:ea typeface="DejaVu Sans" panose="020B0603030804020204"/>
              </a:rPr>
              <a:t>IN</a:t>
            </a:r>
            <a:r>
              <a:rPr lang="en-IN" sz="1350" b="1" strike="noStrike" spc="9">
                <a:solidFill>
                  <a:srgbClr val="000000"/>
                </a:solidFill>
                <a:latin typeface="Times New Roman" panose="02020603050405020304"/>
                <a:ea typeface="DejaVu Sans" panose="020B0603030804020204"/>
              </a:rPr>
              <a:t>FO</a:t>
            </a:r>
            <a:r>
              <a:rPr lang="en-IN" sz="1350" b="1" strike="noStrike" spc="15">
                <a:solidFill>
                  <a:srgbClr val="000000"/>
                </a:solidFill>
                <a:latin typeface="Times New Roman" panose="02020603050405020304"/>
                <a:ea typeface="DejaVu Sans" panose="020B0603030804020204"/>
              </a:rPr>
              <a:t>R</a:t>
            </a:r>
            <a:r>
              <a:rPr lang="en-IN" sz="1350" b="1" strike="noStrike" spc="26">
                <a:solidFill>
                  <a:srgbClr val="000000"/>
                </a:solidFill>
                <a:latin typeface="Times New Roman" panose="02020603050405020304"/>
                <a:ea typeface="DejaVu Sans" panose="020B0603030804020204"/>
              </a:rPr>
              <a:t>M</a:t>
            </a:r>
            <a:r>
              <a:rPr lang="en-IN" sz="1350" b="1" strike="noStrike" spc="-80">
                <a:solidFill>
                  <a:srgbClr val="000000"/>
                </a:solidFill>
                <a:latin typeface="Times New Roman" panose="02020603050405020304"/>
                <a:ea typeface="DejaVu Sans" panose="020B0603030804020204"/>
              </a:rPr>
              <a:t>A</a:t>
            </a:r>
            <a:r>
              <a:rPr lang="en-IN" sz="1350" b="1" strike="noStrike" spc="9">
                <a:solidFill>
                  <a:srgbClr val="000000"/>
                </a:solidFill>
                <a:latin typeface="Times New Roman" panose="02020603050405020304"/>
                <a:ea typeface="DejaVu Sans" panose="020B0603030804020204"/>
              </a:rPr>
              <a:t>T</a:t>
            </a:r>
            <a:r>
              <a:rPr lang="en-IN" sz="1350" b="1" strike="noStrike" spc="7">
                <a:solidFill>
                  <a:srgbClr val="000000"/>
                </a:solidFill>
                <a:latin typeface="Times New Roman" panose="02020603050405020304"/>
                <a:ea typeface="DejaVu Sans" panose="020B0603030804020204"/>
              </a:rPr>
              <a:t>I</a:t>
            </a:r>
            <a:r>
              <a:rPr lang="en-IN" sz="1350" b="1" strike="noStrike" spc="9">
                <a:solidFill>
                  <a:srgbClr val="000000"/>
                </a:solidFill>
                <a:latin typeface="Times New Roman" panose="02020603050405020304"/>
                <a:ea typeface="DejaVu Sans" panose="020B0603030804020204"/>
              </a:rPr>
              <a:t>O</a:t>
            </a:r>
            <a:r>
              <a:rPr lang="en-IN" sz="1350" b="1" strike="noStrike" spc="7">
                <a:solidFill>
                  <a:srgbClr val="000000"/>
                </a:solidFill>
                <a:latin typeface="Times New Roman" panose="02020603050405020304"/>
                <a:ea typeface="DejaVu Sans" panose="020B0603030804020204"/>
              </a:rPr>
              <a:t>N  </a:t>
            </a:r>
            <a:r>
              <a:rPr lang="en-IN" sz="1350" b="1" strike="noStrike" spc="9">
                <a:solidFill>
                  <a:srgbClr val="000000"/>
                </a:solidFill>
                <a:latin typeface="Times New Roman" panose="02020603050405020304"/>
                <a:ea typeface="DejaVu Sans" panose="020B0603030804020204"/>
              </a:rPr>
              <a:t>RECEIVED -</a:t>
            </a:r>
            <a:endParaRPr lang="en-IN" sz="1350" b="0" strike="noStrike" spc="-1">
              <a:latin typeface="Arial" panose="020B0604020202020204"/>
            </a:endParaRPr>
          </a:p>
          <a:p>
            <a:pPr marL="334645" indent="-147955">
              <a:lnSpc>
                <a:spcPct val="102000"/>
              </a:lnSpc>
              <a:spcBef>
                <a:spcPts val="5"/>
              </a:spcBef>
              <a:buClr>
                <a:srgbClr val="000000"/>
              </a:buClr>
              <a:buSzPct val="44000"/>
              <a:buFont typeface="Wingdings" panose="05000000000000000000" pitchFamily="2" charset="2"/>
              <a:buChar char=""/>
              <a:tabLst>
                <a:tab pos="334645" algn="l"/>
              </a:tabLst>
            </a:pPr>
            <a:r>
              <a:rPr lang="en-IN" sz="1350" b="1" strike="noStrike" spc="15">
                <a:solidFill>
                  <a:srgbClr val="000000"/>
                </a:solidFill>
                <a:latin typeface="Times New Roman" panose="02020603050405020304"/>
                <a:ea typeface="DejaVu Sans" panose="020B0603030804020204"/>
              </a:rPr>
              <a:t>IF </a:t>
            </a:r>
            <a:r>
              <a:rPr lang="en-IN" sz="1350" b="1" strike="noStrike" spc="9">
                <a:solidFill>
                  <a:srgbClr val="000000"/>
                </a:solidFill>
                <a:latin typeface="Times New Roman" panose="02020603050405020304"/>
                <a:ea typeface="DejaVu Sans" panose="020B0603030804020204"/>
              </a:rPr>
              <a:t>NO. FOUND  </a:t>
            </a:r>
            <a:r>
              <a:rPr lang="en-IN" sz="1350" b="1" strike="noStrike" spc="15">
                <a:solidFill>
                  <a:srgbClr val="000000"/>
                </a:solidFill>
                <a:latin typeface="Times New Roman" panose="02020603050405020304"/>
                <a:ea typeface="DejaVu Sans" panose="020B0603030804020204"/>
              </a:rPr>
              <a:t>IN CODE</a:t>
            </a:r>
            <a:r>
              <a:rPr lang="en-IN" sz="1350" b="1" strike="noStrike" spc="9">
                <a:solidFill>
                  <a:srgbClr val="000000"/>
                </a:solidFill>
                <a:latin typeface="Times New Roman" panose="02020603050405020304"/>
                <a:ea typeface="DejaVu Sans" panose="020B0603030804020204"/>
              </a:rPr>
              <a:t> THEN  SECURITY  </a:t>
            </a:r>
            <a:r>
              <a:rPr lang="en-IN" sz="1350" b="1" strike="noStrike" spc="15">
                <a:solidFill>
                  <a:srgbClr val="000000"/>
                </a:solidFill>
                <a:latin typeface="Times New Roman" panose="02020603050405020304"/>
                <a:ea typeface="DejaVu Sans" panose="020B0603030804020204"/>
              </a:rPr>
              <a:t>AREA</a:t>
            </a:r>
            <a:r>
              <a:rPr lang="en-IN" sz="1350" b="1" strike="noStrike" spc="-120">
                <a:solidFill>
                  <a:srgbClr val="000000"/>
                </a:solidFill>
                <a:latin typeface="Times New Roman" panose="02020603050405020304"/>
                <a:ea typeface="DejaVu Sans" panose="020B0603030804020204"/>
              </a:rPr>
              <a:t> </a:t>
            </a:r>
            <a:r>
              <a:rPr lang="en-IN" sz="1350" b="1" strike="noStrike" spc="9">
                <a:solidFill>
                  <a:srgbClr val="000000"/>
                </a:solidFill>
                <a:latin typeface="Times New Roman" panose="02020603050405020304"/>
                <a:ea typeface="DejaVu Sans" panose="020B0603030804020204"/>
              </a:rPr>
              <a:t>OPENS. </a:t>
            </a:r>
            <a:endParaRPr lang="en-IN" sz="1350" b="0" strike="noStrike" spc="-1">
              <a:latin typeface="Arial" panose="020B0604020202020204"/>
            </a:endParaRPr>
          </a:p>
          <a:p>
            <a:pPr>
              <a:lnSpc>
                <a:spcPct val="102000"/>
              </a:lnSpc>
              <a:spcBef>
                <a:spcPts val="5"/>
              </a:spcBef>
              <a:tabLst>
                <a:tab pos="334645" algn="l"/>
              </a:tabLst>
            </a:pPr>
            <a:endParaRPr lang="en-IN" sz="1350" b="0" strike="noStrike" spc="-1">
              <a:latin typeface="Arial" panose="020B0604020202020204"/>
            </a:endParaRPr>
          </a:p>
          <a:p>
            <a:pPr marL="334645" indent="-147955">
              <a:lnSpc>
                <a:spcPct val="102000"/>
              </a:lnSpc>
              <a:spcBef>
                <a:spcPts val="10"/>
              </a:spcBef>
              <a:buClr>
                <a:srgbClr val="000000"/>
              </a:buClr>
              <a:buSzPct val="44000"/>
              <a:buFont typeface="Wingdings" panose="05000000000000000000" pitchFamily="2" charset="2"/>
              <a:buChar char=""/>
              <a:tabLst>
                <a:tab pos="334645" algn="l"/>
              </a:tabLst>
            </a:pPr>
            <a:r>
              <a:rPr lang="en-IN" sz="1350" b="1" strike="noStrike" spc="15">
                <a:solidFill>
                  <a:srgbClr val="000000"/>
                </a:solidFill>
                <a:latin typeface="Times New Roman" panose="02020603050405020304"/>
                <a:ea typeface="DejaVu Sans" panose="020B0603030804020204"/>
              </a:rPr>
              <a:t>IF NOT</a:t>
            </a:r>
            <a:r>
              <a:rPr lang="en-IN" sz="1350" b="1" strike="noStrike" spc="9">
                <a:solidFill>
                  <a:srgbClr val="000000"/>
                </a:solidFill>
                <a:latin typeface="Times New Roman" panose="02020603050405020304"/>
                <a:ea typeface="DejaVu Sans" panose="020B0603030804020204"/>
              </a:rPr>
              <a:t> FO</a:t>
            </a:r>
            <a:r>
              <a:rPr lang="en-IN" sz="1350" b="1" strike="noStrike" spc="15">
                <a:solidFill>
                  <a:srgbClr val="000000"/>
                </a:solidFill>
                <a:latin typeface="Times New Roman" panose="02020603050405020304"/>
                <a:ea typeface="DejaVu Sans" panose="020B0603030804020204"/>
              </a:rPr>
              <a:t>UN</a:t>
            </a:r>
            <a:r>
              <a:rPr lang="en-IN" sz="1350" b="1" strike="noStrike" spc="7">
                <a:solidFill>
                  <a:srgbClr val="000000"/>
                </a:solidFill>
                <a:latin typeface="Times New Roman" panose="02020603050405020304"/>
                <a:ea typeface="DejaVu Sans" panose="020B0603030804020204"/>
              </a:rPr>
              <a:t>D THEN ACC</a:t>
            </a:r>
            <a:r>
              <a:rPr lang="en-IN" sz="1350" b="1" strike="noStrike" spc="21">
                <a:solidFill>
                  <a:srgbClr val="000000"/>
                </a:solidFill>
                <a:latin typeface="Times New Roman" panose="02020603050405020304"/>
                <a:ea typeface="DejaVu Sans" panose="020B0603030804020204"/>
              </a:rPr>
              <a:t>E</a:t>
            </a:r>
            <a:r>
              <a:rPr lang="en-IN" sz="1350" b="1" strike="noStrike" spc="1">
                <a:solidFill>
                  <a:srgbClr val="000000"/>
                </a:solidFill>
                <a:latin typeface="Times New Roman" panose="02020603050405020304"/>
                <a:ea typeface="DejaVu Sans" panose="020B0603030804020204"/>
              </a:rPr>
              <a:t>S</a:t>
            </a:r>
            <a:r>
              <a:rPr lang="en-IN" sz="1350" b="1" strike="noStrike" spc="7">
                <a:solidFill>
                  <a:srgbClr val="000000"/>
                </a:solidFill>
                <a:latin typeface="Times New Roman" panose="02020603050405020304"/>
                <a:ea typeface="DejaVu Sans" panose="020B0603030804020204"/>
              </a:rPr>
              <a:t>S D</a:t>
            </a:r>
            <a:r>
              <a:rPr lang="en-IN" sz="1350" b="1" strike="noStrike" spc="9">
                <a:solidFill>
                  <a:srgbClr val="000000"/>
                </a:solidFill>
                <a:latin typeface="Times New Roman" panose="02020603050405020304"/>
                <a:ea typeface="DejaVu Sans" panose="020B0603030804020204"/>
              </a:rPr>
              <a:t>ENIED</a:t>
            </a:r>
            <a:endParaRPr lang="en-IN" sz="1350" b="0" strike="noStrike" spc="-1">
              <a:latin typeface="Arial" panose="020B0604020202020204"/>
            </a:endParaRPr>
          </a:p>
        </p:txBody>
      </p:sp>
      <p:grpSp>
        <p:nvGrpSpPr>
          <p:cNvPr id="248" name="Group 22"/>
          <p:cNvGrpSpPr/>
          <p:nvPr/>
        </p:nvGrpSpPr>
        <p:grpSpPr>
          <a:xfrm>
            <a:off x="3420000" y="4790775"/>
            <a:ext cx="608760" cy="608760"/>
            <a:chOff x="3420000" y="4701240"/>
            <a:chExt cx="608760" cy="608760"/>
          </a:xfrm>
        </p:grpSpPr>
        <p:sp>
          <p:nvSpPr>
            <p:cNvPr id="249" name="CustomShape 23"/>
            <p:cNvSpPr/>
            <p:nvPr/>
          </p:nvSpPr>
          <p:spPr>
            <a:xfrm>
              <a:off x="3420000" y="4701240"/>
              <a:ext cx="608760" cy="608760"/>
            </a:xfrm>
            <a:custGeom>
              <a:avLst/>
              <a:gdLst/>
              <a:ahLst/>
              <a:cxnLst/>
              <a:rect l="l" t="t" r="r" b="b"/>
              <a:pathLst>
                <a:path w="609600" h="609600">
                  <a:moveTo>
                    <a:pt x="304558" y="0"/>
                  </a:moveTo>
                  <a:lnTo>
                    <a:pt x="167398" y="136804"/>
                  </a:lnTo>
                  <a:lnTo>
                    <a:pt x="236169" y="136804"/>
                  </a:lnTo>
                  <a:lnTo>
                    <a:pt x="236169" y="236156"/>
                  </a:lnTo>
                  <a:lnTo>
                    <a:pt x="136804" y="236156"/>
                  </a:lnTo>
                  <a:lnTo>
                    <a:pt x="136804" y="167398"/>
                  </a:lnTo>
                  <a:lnTo>
                    <a:pt x="0" y="304558"/>
                  </a:lnTo>
                  <a:lnTo>
                    <a:pt x="136804" y="441718"/>
                  </a:lnTo>
                  <a:lnTo>
                    <a:pt x="136804" y="372960"/>
                  </a:lnTo>
                  <a:lnTo>
                    <a:pt x="236169" y="372960"/>
                  </a:lnTo>
                  <a:lnTo>
                    <a:pt x="236169" y="472312"/>
                  </a:lnTo>
                  <a:lnTo>
                    <a:pt x="167398" y="472312"/>
                  </a:lnTo>
                  <a:lnTo>
                    <a:pt x="304558" y="609472"/>
                  </a:lnTo>
                  <a:lnTo>
                    <a:pt x="441718" y="472312"/>
                  </a:lnTo>
                  <a:lnTo>
                    <a:pt x="372960" y="472312"/>
                  </a:lnTo>
                  <a:lnTo>
                    <a:pt x="372960" y="372960"/>
                  </a:lnTo>
                  <a:lnTo>
                    <a:pt x="472325" y="372960"/>
                  </a:lnTo>
                  <a:lnTo>
                    <a:pt x="472325" y="441718"/>
                  </a:lnTo>
                  <a:lnTo>
                    <a:pt x="609485" y="304558"/>
                  </a:lnTo>
                  <a:lnTo>
                    <a:pt x="472325" y="167398"/>
                  </a:lnTo>
                  <a:lnTo>
                    <a:pt x="472325" y="236156"/>
                  </a:lnTo>
                  <a:lnTo>
                    <a:pt x="372960" y="236156"/>
                  </a:lnTo>
                  <a:lnTo>
                    <a:pt x="372960" y="136804"/>
                  </a:lnTo>
                  <a:lnTo>
                    <a:pt x="441718" y="136804"/>
                  </a:lnTo>
                  <a:lnTo>
                    <a:pt x="304558" y="0"/>
                  </a:lnTo>
                  <a:close/>
                </a:path>
              </a:pathLst>
            </a:custGeom>
            <a:solidFill>
              <a:srgbClr val="295F99"/>
            </a:solidFill>
            <a:ln w="0">
              <a:noFill/>
            </a:ln>
          </p:spPr>
          <p:style>
            <a:lnRef idx="0">
              <a:srgbClr val="FFFFFF"/>
            </a:lnRef>
            <a:fillRef idx="0">
              <a:srgbClr val="FFFFFF"/>
            </a:fillRef>
            <a:effectRef idx="0">
              <a:srgbClr val="FFFFFF"/>
            </a:effectRef>
            <a:fontRef idx="minor"/>
          </p:style>
        </p:sp>
        <p:sp>
          <p:nvSpPr>
            <p:cNvPr id="250" name="CustomShape 24"/>
            <p:cNvSpPr/>
            <p:nvPr/>
          </p:nvSpPr>
          <p:spPr>
            <a:xfrm>
              <a:off x="3420000" y="4701240"/>
              <a:ext cx="608760" cy="608760"/>
            </a:xfrm>
            <a:custGeom>
              <a:avLst/>
              <a:gdLst/>
              <a:ahLst/>
              <a:cxnLst/>
              <a:rect l="l" t="t" r="r" b="b"/>
              <a:pathLst>
                <a:path w="609600" h="609600">
                  <a:moveTo>
                    <a:pt x="0" y="304558"/>
                  </a:moveTo>
                  <a:lnTo>
                    <a:pt x="136804" y="167398"/>
                  </a:lnTo>
                  <a:lnTo>
                    <a:pt x="136804" y="236156"/>
                  </a:lnTo>
                  <a:lnTo>
                    <a:pt x="236169" y="236156"/>
                  </a:lnTo>
                  <a:lnTo>
                    <a:pt x="236169" y="136804"/>
                  </a:lnTo>
                  <a:lnTo>
                    <a:pt x="167398" y="136804"/>
                  </a:lnTo>
                  <a:lnTo>
                    <a:pt x="304558" y="0"/>
                  </a:lnTo>
                  <a:lnTo>
                    <a:pt x="441718" y="136804"/>
                  </a:lnTo>
                  <a:lnTo>
                    <a:pt x="372960" y="136804"/>
                  </a:lnTo>
                  <a:lnTo>
                    <a:pt x="372960" y="236156"/>
                  </a:lnTo>
                  <a:lnTo>
                    <a:pt x="472325" y="236156"/>
                  </a:lnTo>
                  <a:lnTo>
                    <a:pt x="472325" y="167398"/>
                  </a:lnTo>
                  <a:lnTo>
                    <a:pt x="609485" y="304558"/>
                  </a:lnTo>
                  <a:lnTo>
                    <a:pt x="472325" y="441718"/>
                  </a:lnTo>
                  <a:lnTo>
                    <a:pt x="472325" y="372960"/>
                  </a:lnTo>
                  <a:lnTo>
                    <a:pt x="372960" y="372960"/>
                  </a:lnTo>
                  <a:lnTo>
                    <a:pt x="372960" y="472312"/>
                  </a:lnTo>
                  <a:lnTo>
                    <a:pt x="441718" y="472312"/>
                  </a:lnTo>
                  <a:lnTo>
                    <a:pt x="304558" y="609472"/>
                  </a:lnTo>
                  <a:lnTo>
                    <a:pt x="167398" y="472312"/>
                  </a:lnTo>
                  <a:lnTo>
                    <a:pt x="236169" y="472312"/>
                  </a:lnTo>
                  <a:lnTo>
                    <a:pt x="236169" y="372960"/>
                  </a:lnTo>
                  <a:lnTo>
                    <a:pt x="136804" y="372960"/>
                  </a:lnTo>
                  <a:lnTo>
                    <a:pt x="136804" y="441718"/>
                  </a:lnTo>
                  <a:lnTo>
                    <a:pt x="0" y="304558"/>
                  </a:lnTo>
                  <a:close/>
                </a:path>
              </a:pathLst>
            </a:custGeom>
            <a:noFill/>
            <a:ln w="25559">
              <a:solidFill>
                <a:srgbClr val="295F99"/>
              </a:solidFill>
              <a:round/>
            </a:ln>
          </p:spPr>
          <p:style>
            <a:lnRef idx="0">
              <a:srgbClr val="FFFFFF"/>
            </a:lnRef>
            <a:fillRef idx="0">
              <a:srgbClr val="FFFFFF"/>
            </a:fillRef>
            <a:effectRef idx="0">
              <a:srgbClr val="FFFFFF"/>
            </a:effectRef>
            <a:fontRef idx="minor"/>
          </p:style>
        </p:sp>
      </p:grpSp>
      <p:sp>
        <p:nvSpPr>
          <p:cNvPr id="251" name="CustomShape 25"/>
          <p:cNvSpPr/>
          <p:nvPr/>
        </p:nvSpPr>
        <p:spPr>
          <a:xfrm>
            <a:off x="1980000" y="5580000"/>
            <a:ext cx="2340000" cy="978535"/>
          </a:xfrm>
          <a:prstGeom prst="rect">
            <a:avLst/>
          </a:prstGeom>
          <a:solidFill>
            <a:srgbClr val="719ECE"/>
          </a:solidFill>
          <a:ln w="0">
            <a:noFill/>
          </a:ln>
        </p:spPr>
        <p:style>
          <a:lnRef idx="0">
            <a:srgbClr val="FFFFFF"/>
          </a:lnRef>
          <a:fillRef idx="0">
            <a:srgbClr val="FFFFFF"/>
          </a:fillRef>
          <a:effectRef idx="0">
            <a:srgbClr val="FFFFFF"/>
          </a:effectRef>
          <a:fontRef idx="minor"/>
        </p:style>
        <p:txBody>
          <a:bodyPr wrap="square" lIns="0" tIns="65520" rIns="0" bIns="0">
            <a:spAutoFit/>
          </a:bodyPr>
          <a:p>
            <a:pPr marL="241300" algn="ctr">
              <a:lnSpc>
                <a:spcPct val="99000"/>
              </a:lnSpc>
              <a:spcBef>
                <a:spcPts val="515"/>
              </a:spcBef>
              <a:tabLst>
                <a:tab pos="848360" algn="l"/>
              </a:tabLst>
            </a:pPr>
            <a:r>
              <a:rPr lang="en-IN" sz="2000" b="1" strike="noStrike" spc="-1">
                <a:solidFill>
                  <a:srgbClr val="000000"/>
                </a:solidFill>
                <a:latin typeface="Times New Roman" panose="02020603050405020304"/>
                <a:ea typeface="DejaVu Sans" panose="020B0603030804020204"/>
              </a:rPr>
              <a:t>Mutual</a:t>
            </a:r>
            <a:r>
              <a:rPr lang="en-IN" sz="2000" b="1" strike="noStrike" spc="-92">
                <a:solidFill>
                  <a:srgbClr val="000000"/>
                </a:solidFill>
                <a:latin typeface="Times New Roman" panose="02020603050405020304"/>
                <a:ea typeface="DejaVu Sans" panose="020B0603030804020204"/>
              </a:rPr>
              <a:t> </a:t>
            </a:r>
            <a:r>
              <a:rPr lang="en-IN" sz="2000" b="1" strike="noStrike" spc="-1">
                <a:solidFill>
                  <a:srgbClr val="000000"/>
                </a:solidFill>
                <a:latin typeface="Times New Roman" panose="02020603050405020304"/>
                <a:ea typeface="DejaVu Sans" panose="020B0603030804020204"/>
              </a:rPr>
              <a:t>induction  </a:t>
            </a:r>
            <a:r>
              <a:rPr lang="en-IN" sz="2000" b="1" strike="noStrike" spc="-7">
                <a:solidFill>
                  <a:srgbClr val="000000"/>
                </a:solidFill>
                <a:latin typeface="Times New Roman" panose="02020603050405020304"/>
                <a:ea typeface="DejaVu Sans" panose="020B0603030804020204"/>
              </a:rPr>
              <a:t>then </a:t>
            </a:r>
            <a:r>
              <a:rPr lang="en-IN" sz="2000" b="1" strike="noStrike" spc="-1">
                <a:solidFill>
                  <a:srgbClr val="000000"/>
                </a:solidFill>
                <a:latin typeface="Times New Roman" panose="02020603050405020304"/>
                <a:ea typeface="DejaVu Sans" panose="020B0603030804020204"/>
              </a:rPr>
              <a:t>radio  communication.</a:t>
            </a:r>
            <a:endParaRPr lang="en-IN" sz="2000" b="0" strike="noStrike" spc="-1">
              <a:latin typeface="Arial" panose="020B0604020202020204"/>
            </a:endParaRPr>
          </a:p>
        </p:txBody>
      </p:sp>
      <p:grpSp>
        <p:nvGrpSpPr>
          <p:cNvPr id="252" name="Group 26"/>
          <p:cNvGrpSpPr/>
          <p:nvPr/>
        </p:nvGrpSpPr>
        <p:grpSpPr>
          <a:xfrm>
            <a:off x="4749120" y="5040000"/>
            <a:ext cx="1370880" cy="1619640"/>
            <a:chOff x="4749120" y="5040000"/>
            <a:chExt cx="1370880" cy="1619640"/>
          </a:xfrm>
        </p:grpSpPr>
        <p:sp>
          <p:nvSpPr>
            <p:cNvPr id="253" name="CustomShape 27"/>
            <p:cNvSpPr/>
            <p:nvPr/>
          </p:nvSpPr>
          <p:spPr>
            <a:xfrm>
              <a:off x="4749120" y="5040000"/>
              <a:ext cx="1370880" cy="1619640"/>
            </a:xfrm>
            <a:custGeom>
              <a:avLst/>
              <a:gdLst/>
              <a:ahLst/>
              <a:cxnLst/>
              <a:rect l="l" t="t" r="r" b="b"/>
              <a:pathLst>
                <a:path w="1371600" h="1448435">
                  <a:moveTo>
                    <a:pt x="685800" y="0"/>
                  </a:moveTo>
                  <a:lnTo>
                    <a:pt x="342709" y="342722"/>
                  </a:lnTo>
                  <a:lnTo>
                    <a:pt x="514070" y="342722"/>
                  </a:lnTo>
                  <a:lnTo>
                    <a:pt x="514070" y="506882"/>
                  </a:lnTo>
                  <a:lnTo>
                    <a:pt x="0" y="506882"/>
                  </a:lnTo>
                  <a:lnTo>
                    <a:pt x="0" y="1447914"/>
                  </a:lnTo>
                  <a:lnTo>
                    <a:pt x="1371600" y="1447914"/>
                  </a:lnTo>
                  <a:lnTo>
                    <a:pt x="1371600" y="506882"/>
                  </a:lnTo>
                  <a:lnTo>
                    <a:pt x="857161" y="506882"/>
                  </a:lnTo>
                  <a:lnTo>
                    <a:pt x="857161" y="342722"/>
                  </a:lnTo>
                  <a:lnTo>
                    <a:pt x="1028509" y="342722"/>
                  </a:lnTo>
                  <a:lnTo>
                    <a:pt x="685800" y="0"/>
                  </a:lnTo>
                  <a:close/>
                </a:path>
              </a:pathLst>
            </a:custGeom>
            <a:solidFill>
              <a:srgbClr val="719ECE"/>
            </a:solidFill>
            <a:ln w="0">
              <a:noFill/>
            </a:ln>
          </p:spPr>
          <p:style>
            <a:lnRef idx="0">
              <a:srgbClr val="FFFFFF"/>
            </a:lnRef>
            <a:fillRef idx="0">
              <a:srgbClr val="FFFFFF"/>
            </a:fillRef>
            <a:effectRef idx="0">
              <a:srgbClr val="FFFFFF"/>
            </a:effectRef>
            <a:fontRef idx="minor"/>
          </p:style>
        </p:sp>
        <p:sp>
          <p:nvSpPr>
            <p:cNvPr id="254" name="CustomShape 28"/>
            <p:cNvSpPr/>
            <p:nvPr/>
          </p:nvSpPr>
          <p:spPr>
            <a:xfrm>
              <a:off x="4749120" y="5040000"/>
              <a:ext cx="1370880" cy="1619640"/>
            </a:xfrm>
            <a:custGeom>
              <a:avLst/>
              <a:gdLst/>
              <a:ahLst/>
              <a:cxnLst/>
              <a:rect l="l" t="t" r="r" b="b"/>
              <a:pathLst>
                <a:path w="1371600" h="1448435">
                  <a:moveTo>
                    <a:pt x="0" y="506882"/>
                  </a:moveTo>
                  <a:lnTo>
                    <a:pt x="514070" y="506882"/>
                  </a:lnTo>
                  <a:lnTo>
                    <a:pt x="514070" y="342722"/>
                  </a:lnTo>
                  <a:lnTo>
                    <a:pt x="342709" y="342722"/>
                  </a:lnTo>
                  <a:lnTo>
                    <a:pt x="685800" y="0"/>
                  </a:lnTo>
                  <a:lnTo>
                    <a:pt x="1028509" y="342722"/>
                  </a:lnTo>
                  <a:lnTo>
                    <a:pt x="857161" y="342722"/>
                  </a:lnTo>
                  <a:lnTo>
                    <a:pt x="857161" y="506882"/>
                  </a:lnTo>
                  <a:lnTo>
                    <a:pt x="1371600" y="506882"/>
                  </a:lnTo>
                  <a:lnTo>
                    <a:pt x="1371600" y="1447914"/>
                  </a:lnTo>
                  <a:lnTo>
                    <a:pt x="0" y="1447914"/>
                  </a:lnTo>
                  <a:lnTo>
                    <a:pt x="0" y="506882"/>
                  </a:lnTo>
                  <a:close/>
                </a:path>
              </a:pathLst>
            </a:custGeom>
            <a:noFill/>
            <a:ln w="25559">
              <a:solidFill>
                <a:srgbClr val="719ECE"/>
              </a:solidFill>
              <a:round/>
            </a:ln>
          </p:spPr>
          <p:style>
            <a:lnRef idx="0">
              <a:srgbClr val="FFFFFF"/>
            </a:lnRef>
            <a:fillRef idx="0">
              <a:srgbClr val="FFFFFF"/>
            </a:fillRef>
            <a:effectRef idx="0">
              <a:srgbClr val="FFFFFF"/>
            </a:effectRef>
            <a:fontRef idx="minor"/>
          </p:style>
        </p:sp>
      </p:grpSp>
      <p:sp>
        <p:nvSpPr>
          <p:cNvPr id="255" name="CustomShape 29"/>
          <p:cNvSpPr/>
          <p:nvPr/>
        </p:nvSpPr>
        <p:spPr>
          <a:xfrm>
            <a:off x="4860000" y="5760000"/>
            <a:ext cx="1101600" cy="622440"/>
          </a:xfrm>
          <a:prstGeom prst="rect">
            <a:avLst/>
          </a:prstGeom>
          <a:noFill/>
          <a:ln w="0">
            <a:noFill/>
          </a:ln>
        </p:spPr>
        <p:style>
          <a:lnRef idx="0">
            <a:srgbClr val="FFFFFF"/>
          </a:lnRef>
          <a:fillRef idx="0">
            <a:srgbClr val="FFFFFF"/>
          </a:fillRef>
          <a:effectRef idx="0">
            <a:srgbClr val="FFFFFF"/>
          </a:effectRef>
          <a:fontRef idx="minor"/>
        </p:style>
        <p:txBody>
          <a:bodyPr lIns="0" tIns="12600" rIns="0" bIns="0">
            <a:spAutoFit/>
          </a:bodyPr>
          <a:p>
            <a:pPr marL="50800" indent="-38100">
              <a:lnSpc>
                <a:spcPct val="100000"/>
              </a:lnSpc>
              <a:spcBef>
                <a:spcPts val="100"/>
              </a:spcBef>
              <a:tabLst>
                <a:tab pos="0" algn="l"/>
              </a:tabLst>
            </a:pPr>
            <a:r>
              <a:rPr lang="en-IN" sz="2000" b="1" strike="noStrike" spc="-114">
                <a:solidFill>
                  <a:srgbClr val="000000"/>
                </a:solidFill>
                <a:latin typeface="Times New Roman" panose="02020603050405020304"/>
                <a:ea typeface="DejaVu Sans" panose="020B0603030804020204"/>
              </a:rPr>
              <a:t>W</a:t>
            </a:r>
            <a:r>
              <a:rPr lang="en-IN" sz="2000" b="1" strike="noStrike" spc="1">
                <a:solidFill>
                  <a:srgbClr val="000000"/>
                </a:solidFill>
                <a:latin typeface="Times New Roman" panose="02020603050405020304"/>
                <a:ea typeface="DejaVu Sans" panose="020B0603030804020204"/>
              </a:rPr>
              <a:t>o</a:t>
            </a:r>
            <a:r>
              <a:rPr lang="en-IN" sz="2000" b="1" strike="noStrike" spc="-1">
                <a:solidFill>
                  <a:srgbClr val="000000"/>
                </a:solidFill>
                <a:latin typeface="Times New Roman" panose="02020603050405020304"/>
                <a:ea typeface="DejaVu Sans" panose="020B0603030804020204"/>
              </a:rPr>
              <a:t>r</a:t>
            </a:r>
            <a:r>
              <a:rPr lang="en-IN" sz="2000" b="1" strike="noStrike" spc="-7">
                <a:solidFill>
                  <a:srgbClr val="000000"/>
                </a:solidFill>
                <a:latin typeface="Times New Roman" panose="02020603050405020304"/>
                <a:ea typeface="DejaVu Sans" panose="020B0603030804020204"/>
              </a:rPr>
              <a:t>k</a:t>
            </a:r>
            <a:r>
              <a:rPr lang="en-IN" sz="2000" b="1" strike="noStrike" spc="-1">
                <a:solidFill>
                  <a:srgbClr val="000000"/>
                </a:solidFill>
                <a:latin typeface="Times New Roman" panose="02020603050405020304"/>
                <a:ea typeface="DejaVu Sans" panose="020B0603030804020204"/>
              </a:rPr>
              <a:t>s </a:t>
            </a:r>
            <a:r>
              <a:rPr lang="en-IN" sz="2000" b="1" strike="noStrike" spc="1">
                <a:solidFill>
                  <a:srgbClr val="000000"/>
                </a:solidFill>
                <a:latin typeface="Times New Roman" panose="02020603050405020304"/>
                <a:ea typeface="DejaVu Sans" panose="020B0603030804020204"/>
              </a:rPr>
              <a:t>a</a:t>
            </a:r>
            <a:r>
              <a:rPr lang="en-IN" sz="2000" b="1" strike="noStrike" spc="-1">
                <a:solidFill>
                  <a:srgbClr val="000000"/>
                </a:solidFill>
                <a:latin typeface="Times New Roman" panose="02020603050405020304"/>
                <a:ea typeface="DejaVu Sans" panose="020B0603030804020204"/>
              </a:rPr>
              <a:t>s Antenna.</a:t>
            </a:r>
            <a:endParaRPr lang="en-IN" sz="20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ustomShape 1"/>
          <p:cNvSpPr/>
          <p:nvPr/>
        </p:nvSpPr>
        <p:spPr>
          <a:xfrm>
            <a:off x="609480" y="18000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Project Description (Working)</a:t>
            </a:r>
            <a:endParaRPr lang="en-IN" sz="3200" b="0" strike="noStrike" spc="-1">
              <a:latin typeface="Arial" panose="020B0604020202020204"/>
            </a:endParaRPr>
          </a:p>
        </p:txBody>
      </p:sp>
      <p:pic>
        <p:nvPicPr>
          <p:cNvPr id="183" name="Picture 12" descr="https://lh6.googleusercontent.com/3auKtBybQ6ur4AUXYIXB_xVAruYSXh-QkAV7SJeCGd717bDKijF_auaRzV-7vbznttbVvEpbXMzi_F5XPt7Jlo7d8wbw9gbdd5M5XYCMI1yeTsnl5pe0wKbj9mL2dGpipcNu59uI"/>
          <p:cNvPicPr/>
          <p:nvPr/>
        </p:nvPicPr>
        <p:blipFill>
          <a:blip r:embed="rId1"/>
          <a:srcRect t="3169" b="6122"/>
          <a:stretch>
            <a:fillRect/>
          </a:stretch>
        </p:blipFill>
        <p:spPr>
          <a:xfrm>
            <a:off x="900000" y="1246320"/>
            <a:ext cx="7738920" cy="4872600"/>
          </a:xfrm>
          <a:prstGeom prst="rect">
            <a:avLst/>
          </a:prstGeom>
          <a:ln w="0">
            <a:noFill/>
          </a:ln>
        </p:spPr>
      </p:pic>
      <p:sp>
        <p:nvSpPr>
          <p:cNvPr id="184" name="CustomShape 2"/>
          <p:cNvSpPr/>
          <p:nvPr/>
        </p:nvSpPr>
        <p:spPr>
          <a:xfrm>
            <a:off x="5220000" y="63234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4696F6A4-13B1-4EB4-8897-32D9A3B5B61A}"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Result and Discussions</a:t>
            </a:r>
            <a:endParaRPr lang="en-IN" sz="3200" b="0" strike="noStrike" spc="-1">
              <a:latin typeface="Arial" panose="020B0604020202020204"/>
            </a:endParaRPr>
          </a:p>
        </p:txBody>
      </p:sp>
      <p:sp>
        <p:nvSpPr>
          <p:cNvPr id="186" name="CustomShape 2"/>
          <p:cNvSpPr/>
          <p:nvPr/>
        </p:nvSpPr>
        <p:spPr>
          <a:xfrm>
            <a:off x="609480" y="1066680"/>
            <a:ext cx="8075880" cy="5232240"/>
          </a:xfrm>
          <a:prstGeom prst="rect">
            <a:avLst/>
          </a:prstGeom>
          <a:noFill/>
          <a:ln w="0">
            <a:noFill/>
          </a:ln>
        </p:spPr>
        <p:style>
          <a:lnRef idx="0">
            <a:srgbClr val="FFFFFF"/>
          </a:lnRef>
          <a:fillRef idx="0">
            <a:srgbClr val="FFFFFF"/>
          </a:fillRef>
          <a:effectRef idx="0">
            <a:srgbClr val="FFFFFF"/>
          </a:effectRef>
          <a:fontRef idx="minor"/>
        </p:style>
        <p:txBody>
          <a:bodyPr lIns="0" tIns="0" rIns="0" bIns="0">
            <a:normAutofit fontScale="94000"/>
          </a:bodyPr>
          <a:p>
            <a:pPr>
              <a:lnSpc>
                <a:spcPct val="150000"/>
              </a:lnSpc>
              <a:spcBef>
                <a:spcPts val="1415"/>
              </a:spcBef>
            </a:pPr>
            <a:r>
              <a:rPr lang="en-US" sz="2000" b="1" strike="noStrike" spc="-1">
                <a:solidFill>
                  <a:srgbClr val="000000"/>
                </a:solidFill>
                <a:latin typeface="Times New Roman" panose="02020603050405020304"/>
                <a:ea typeface="DejaVu Sans" panose="020B0603030804020204"/>
              </a:rPr>
              <a:t>Applications</a:t>
            </a:r>
            <a:r>
              <a:rPr lang="en-US" sz="2200" b="1" strike="noStrike" spc="-1">
                <a:solidFill>
                  <a:srgbClr val="000000"/>
                </a:solidFill>
                <a:latin typeface="Times New Roman" panose="02020603050405020304"/>
                <a:ea typeface="DejaVu Sans" panose="020B0603030804020204"/>
              </a:rPr>
              <a:t> - </a:t>
            </a:r>
            <a:endParaRPr lang="en-IN" sz="2200" b="0" strike="noStrike" spc="-1">
              <a:latin typeface="Arial" panose="020B0604020202020204"/>
            </a:endParaRPr>
          </a:p>
          <a:p>
            <a:pPr marL="215900" indent="-214630">
              <a:lnSpc>
                <a:spcPct val="150000"/>
              </a:lnSpc>
              <a:spcBef>
                <a:spcPts val="1415"/>
              </a:spcBef>
              <a:buClr>
                <a:srgbClr val="000000"/>
              </a:buClr>
              <a:buSzPct val="80000"/>
              <a:buFont typeface="OpenSymbol" panose="05010000000000000000"/>
              <a:buChar char="➲"/>
            </a:pPr>
            <a:r>
              <a:rPr lang="en-US" sz="2000" b="0" strike="noStrike" spc="-1">
                <a:solidFill>
                  <a:srgbClr val="000000"/>
                </a:solidFill>
                <a:latin typeface="Times New Roman" panose="02020603050405020304"/>
                <a:ea typeface="DejaVu Sans" panose="020B0603030804020204"/>
              </a:rPr>
              <a:t> </a:t>
            </a:r>
            <a:r>
              <a:rPr lang="en-US" sz="2000" b="0" strike="noStrike" spc="-1">
                <a:solidFill>
                  <a:srgbClr val="000000"/>
                </a:solidFill>
                <a:latin typeface="Times New Roman" panose="02020603050405020304"/>
                <a:ea typeface="DejaVu Sans" panose="020B0603030804020204"/>
              </a:rPr>
              <a:t>Used to automate sight spot ticket management system. </a:t>
            </a:r>
            <a:endParaRPr lang="en-IN" sz="2000" b="0" strike="noStrike" spc="-1">
              <a:latin typeface="Arial" panose="020B0604020202020204"/>
            </a:endParaRPr>
          </a:p>
          <a:p>
            <a:pPr marL="215900" indent="-214630">
              <a:lnSpc>
                <a:spcPct val="150000"/>
              </a:lnSpc>
              <a:spcBef>
                <a:spcPts val="1415"/>
              </a:spcBef>
              <a:buClr>
                <a:srgbClr val="000000"/>
              </a:buClr>
              <a:buSzPct val="80000"/>
              <a:buFont typeface="OpenSymbol" panose="05010000000000000000"/>
              <a:buChar char="➲"/>
            </a:pPr>
            <a:r>
              <a:rPr lang="en-US" sz="2000" b="0" strike="noStrike" spc="-1">
                <a:solidFill>
                  <a:srgbClr val="000000"/>
                </a:solidFill>
                <a:latin typeface="Times New Roman" panose="02020603050405020304"/>
                <a:ea typeface="Microsoft YaHei" panose="020B0503020204020204" charset="-122"/>
              </a:rPr>
              <a:t> </a:t>
            </a:r>
            <a:r>
              <a:rPr lang="en-US" sz="2000" b="0" strike="noStrike" spc="-1">
                <a:solidFill>
                  <a:srgbClr val="000000"/>
                </a:solidFill>
                <a:latin typeface="Times New Roman" panose="02020603050405020304"/>
                <a:ea typeface="Microsoft YaHei" panose="020B0503020204020204" charset="-122"/>
              </a:rPr>
              <a:t>Used as personnel identification and individual or organization security.</a:t>
            </a:r>
            <a:endParaRPr lang="en-IN" sz="2000" b="0" strike="noStrike" spc="-1">
              <a:latin typeface="Arial" panose="020B0604020202020204"/>
            </a:endParaRPr>
          </a:p>
          <a:p>
            <a:pPr marL="215900" indent="-214630">
              <a:lnSpc>
                <a:spcPct val="150000"/>
              </a:lnSpc>
              <a:spcBef>
                <a:spcPts val="1415"/>
              </a:spcBef>
              <a:buClr>
                <a:srgbClr val="000000"/>
              </a:buClr>
              <a:buSzPct val="80000"/>
              <a:buFont typeface="OpenSymbol" panose="05010000000000000000"/>
              <a:buChar char="➲"/>
            </a:pPr>
            <a:r>
              <a:rPr lang="en-US" sz="2000" b="0" strike="noStrike" spc="-1">
                <a:solidFill>
                  <a:srgbClr val="000000"/>
                </a:solidFill>
                <a:latin typeface="Times New Roman" panose="02020603050405020304"/>
                <a:ea typeface="Microsoft YaHei" panose="020B0503020204020204" charset="-122"/>
              </a:rPr>
              <a:t> </a:t>
            </a:r>
            <a:r>
              <a:rPr lang="en-US" sz="2000" b="0" strike="noStrike" spc="-1">
                <a:solidFill>
                  <a:srgbClr val="000000"/>
                </a:solidFill>
                <a:latin typeface="Times New Roman" panose="02020603050405020304"/>
                <a:ea typeface="Microsoft YaHei" panose="020B0503020204020204" charset="-122"/>
              </a:rPr>
              <a:t>Ability to read up to 10 meters is perfect for busy environments that need to maintain an element of security. </a:t>
            </a:r>
            <a:endParaRPr lang="en-IN" sz="2000" b="0" strike="noStrike" spc="-1">
              <a:latin typeface="Arial" panose="020B0604020202020204"/>
            </a:endParaRPr>
          </a:p>
          <a:p>
            <a:pPr>
              <a:lnSpc>
                <a:spcPct val="150000"/>
              </a:lnSpc>
              <a:spcBef>
                <a:spcPts val="1415"/>
              </a:spcBef>
            </a:pPr>
            <a:r>
              <a:rPr lang="en-US" sz="2000" b="1" strike="noStrike" spc="-1">
                <a:solidFill>
                  <a:srgbClr val="000000"/>
                </a:solidFill>
                <a:latin typeface="Times New Roman" panose="02020603050405020304"/>
                <a:ea typeface="Microsoft YaHei" panose="020B0503020204020204" charset="-122"/>
              </a:rPr>
              <a:t>Pros - </a:t>
            </a:r>
            <a:endParaRPr lang="en-IN" sz="2000" b="0" strike="noStrike" spc="-1">
              <a:latin typeface="Arial" panose="020B0604020202020204"/>
            </a:endParaRPr>
          </a:p>
          <a:p>
            <a:pPr marL="457200" indent="-227330">
              <a:lnSpc>
                <a:spcPct val="150000"/>
              </a:lnSpc>
              <a:spcAft>
                <a:spcPts val="290"/>
              </a:spcAft>
              <a:buClr>
                <a:srgbClr val="000000"/>
              </a:buClr>
              <a:buSzPct val="80000"/>
              <a:buFont typeface="OpenSymbol" panose="05010000000000000000"/>
              <a:buChar char="✓"/>
            </a:pPr>
            <a:r>
              <a:rPr lang="en-US" sz="2000" b="0" strike="noStrike" spc="-1">
                <a:solidFill>
                  <a:srgbClr val="000000"/>
                </a:solidFill>
                <a:latin typeface="Times New Roman" panose="02020603050405020304"/>
                <a:ea typeface="Microsoft YaHei" panose="020B0503020204020204" charset="-122"/>
              </a:rPr>
              <a:t> </a:t>
            </a:r>
            <a:r>
              <a:rPr lang="en-US" sz="2000" b="0" strike="noStrike" spc="-1">
                <a:solidFill>
                  <a:srgbClr val="000000"/>
                </a:solidFill>
                <a:latin typeface="Times New Roman" panose="02020603050405020304"/>
                <a:ea typeface="Microsoft YaHei" panose="020B0503020204020204" charset="-122"/>
              </a:rPr>
              <a:t>RFID tags are able to handle easily which keeps employees from worrying about accidentally damaging their cards. </a:t>
            </a:r>
            <a:endParaRPr lang="en-IN" sz="2000" b="0" strike="noStrike" spc="-1">
              <a:latin typeface="Arial" panose="020B0604020202020204"/>
            </a:endParaRPr>
          </a:p>
          <a:p>
            <a:pPr marL="457200" indent="-227330">
              <a:lnSpc>
                <a:spcPct val="150000"/>
              </a:lnSpc>
              <a:spcAft>
                <a:spcPts val="290"/>
              </a:spcAft>
              <a:buClr>
                <a:srgbClr val="000000"/>
              </a:buClr>
              <a:buSzPct val="80000"/>
              <a:buFont typeface="OpenSymbol" panose="05010000000000000000"/>
              <a:buChar char="✓"/>
            </a:pPr>
            <a:r>
              <a:rPr lang="en-US" sz="2000" b="0" strike="noStrike" spc="-1">
                <a:solidFill>
                  <a:srgbClr val="000000"/>
                </a:solidFill>
                <a:latin typeface="Times New Roman" panose="02020603050405020304"/>
                <a:ea typeface="Microsoft YaHei" panose="020B0503020204020204" charset="-122"/>
              </a:rPr>
              <a:t> </a:t>
            </a:r>
            <a:r>
              <a:rPr lang="en-US" sz="2000" b="0" strike="noStrike" spc="-1">
                <a:solidFill>
                  <a:srgbClr val="000000"/>
                </a:solidFill>
                <a:latin typeface="Times New Roman" panose="02020603050405020304"/>
                <a:ea typeface="Microsoft YaHei" panose="020B0503020204020204" charset="-122"/>
              </a:rPr>
              <a:t>RFID tags can also function in almost any kind of weather, which is especially helpful for outdoor readers exposed to rain, snow, and extreme temperatures. </a:t>
            </a:r>
            <a:endParaRPr lang="en-IN" sz="2000" b="0" strike="noStrike" spc="-1">
              <a:latin typeface="Arial" panose="020B0604020202020204"/>
            </a:endParaRPr>
          </a:p>
        </p:txBody>
      </p:sp>
      <p:sp>
        <p:nvSpPr>
          <p:cNvPr id="187" name="CustomShape 3"/>
          <p:cNvSpPr/>
          <p:nvPr/>
        </p:nvSpPr>
        <p:spPr>
          <a:xfrm>
            <a:off x="5167440" y="63234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94BA5DE7-4D59-4001-8914-E87EAE977D56}"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Result and Discussions</a:t>
            </a:r>
            <a:endParaRPr lang="en-IN" sz="3200" b="0" strike="noStrike" spc="-1">
              <a:latin typeface="Arial" panose="020B0604020202020204"/>
            </a:endParaRPr>
          </a:p>
        </p:txBody>
      </p:sp>
      <p:sp>
        <p:nvSpPr>
          <p:cNvPr id="189" name="CustomShape 2"/>
          <p:cNvSpPr/>
          <p:nvPr/>
        </p:nvSpPr>
        <p:spPr>
          <a:xfrm>
            <a:off x="592560" y="1066680"/>
            <a:ext cx="8075880" cy="5058000"/>
          </a:xfrm>
          <a:prstGeom prst="rect">
            <a:avLst/>
          </a:prstGeom>
          <a:noFill/>
          <a:ln w="0">
            <a:noFill/>
          </a:ln>
        </p:spPr>
        <p:style>
          <a:lnRef idx="0">
            <a:srgbClr val="FFFFFF"/>
          </a:lnRef>
          <a:fillRef idx="0">
            <a:srgbClr val="FFFFFF"/>
          </a:fillRef>
          <a:effectRef idx="0">
            <a:srgbClr val="FFFFFF"/>
          </a:effectRef>
          <a:fontRef idx="minor"/>
        </p:style>
        <p:txBody>
          <a:bodyPr lIns="0" tIns="0" rIns="0" bIns="0">
            <a:normAutofit/>
          </a:bodyPr>
          <a:p>
            <a:pPr>
              <a:lnSpc>
                <a:spcPct val="100000"/>
              </a:lnSpc>
            </a:pPr>
            <a:r>
              <a:rPr lang="en-US" sz="2000" b="1" strike="noStrike" spc="-1">
                <a:solidFill>
                  <a:srgbClr val="000000"/>
                </a:solidFill>
                <a:latin typeface="Times New Roman" panose="02020603050405020304"/>
                <a:ea typeface="DejaVu Sans" panose="020B0603030804020204"/>
              </a:rPr>
              <a:t>Cons</a:t>
            </a:r>
            <a:r>
              <a:rPr lang="en-US" sz="3200" b="0" strike="noStrike" spc="-1">
                <a:solidFill>
                  <a:srgbClr val="000000"/>
                </a:solidFill>
                <a:latin typeface="Calibri" panose="020F0502020204030204"/>
                <a:ea typeface="DejaVu Sans" panose="020B0603030804020204"/>
              </a:rPr>
              <a:t> - </a:t>
            </a:r>
            <a:endParaRPr lang="en-IN" sz="3200" b="0" strike="noStrike" spc="-1">
              <a:latin typeface="Arial" panose="020B0604020202020204"/>
            </a:endParaRPr>
          </a:p>
          <a:p>
            <a:pPr marL="431800" indent="-323215" algn="just">
              <a:lnSpc>
                <a:spcPct val="100000"/>
              </a:lnSpc>
              <a:spcBef>
                <a:spcPts val="1415"/>
              </a:spcBef>
              <a:buClr>
                <a:srgbClr val="000000"/>
              </a:buClr>
              <a:buSzPct val="80000"/>
              <a:buFont typeface="Wingdings" panose="05000000000000000000" pitchFamily="2" charset="2"/>
              <a:buChar char=""/>
            </a:pPr>
            <a:r>
              <a:rPr lang="en-US" sz="1800" b="0" strike="noStrike" spc="-1">
                <a:solidFill>
                  <a:srgbClr val="000000"/>
                </a:solidFill>
                <a:latin typeface="Times New Roman" panose="02020603050405020304"/>
                <a:ea typeface="Microsoft YaHei" panose="020B0503020204020204" charset="-122"/>
              </a:rPr>
              <a:t>RFID cards are prone to electromagnetic interference, which can come from other RFID cards or any other magnetized device. This means that they can easily be jammed or lose their ability to transmit information. </a:t>
            </a:r>
            <a:endParaRPr lang="en-IN" sz="1800" b="0" strike="noStrike" spc="-1">
              <a:latin typeface="Arial" panose="020B0604020202020204"/>
            </a:endParaRPr>
          </a:p>
          <a:p>
            <a:pPr marL="431800" indent="-323215" algn="just">
              <a:lnSpc>
                <a:spcPct val="100000"/>
              </a:lnSpc>
              <a:spcBef>
                <a:spcPts val="1415"/>
              </a:spcBef>
              <a:buClr>
                <a:srgbClr val="000000"/>
              </a:buClr>
              <a:buSzPct val="80000"/>
              <a:buFont typeface="Wingdings" panose="05000000000000000000" pitchFamily="2" charset="2"/>
              <a:buChar char=""/>
            </a:pPr>
            <a:r>
              <a:rPr lang="en-US" sz="1800" b="0" strike="noStrike" spc="-1">
                <a:solidFill>
                  <a:srgbClr val="000000"/>
                </a:solidFill>
                <a:latin typeface="Times New Roman" panose="02020603050405020304"/>
                <a:ea typeface="Microsoft YaHei" panose="020B0503020204020204" charset="-122"/>
              </a:rPr>
              <a:t>Though RFID systems are generally durable through adverse weather conditions and water, power outages that disable the door system can present a problem if no electricity backup is available. </a:t>
            </a:r>
            <a:endParaRPr lang="en-IN" sz="1800" b="0" strike="noStrike" spc="-1">
              <a:latin typeface="Arial" panose="020B0604020202020204"/>
            </a:endParaRPr>
          </a:p>
        </p:txBody>
      </p:sp>
      <p:sp>
        <p:nvSpPr>
          <p:cNvPr id="190" name="CustomShape 3"/>
          <p:cNvSpPr/>
          <p:nvPr/>
        </p:nvSpPr>
        <p:spPr>
          <a:xfrm>
            <a:off x="5167440" y="63000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5176E228-ABB0-406B-A1FD-D3FD7C33208A}"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Future Scope</a:t>
            </a:r>
            <a:endParaRPr lang="en-IN" sz="3200" b="0" strike="noStrike" spc="-1">
              <a:latin typeface="Arial" panose="020B0604020202020204"/>
            </a:endParaRPr>
          </a:p>
        </p:txBody>
      </p:sp>
      <p:sp>
        <p:nvSpPr>
          <p:cNvPr id="192" name="CustomShape 2"/>
          <p:cNvSpPr/>
          <p:nvPr/>
        </p:nvSpPr>
        <p:spPr>
          <a:xfrm>
            <a:off x="609480" y="1066680"/>
            <a:ext cx="8075880" cy="5058000"/>
          </a:xfrm>
          <a:prstGeom prst="rect">
            <a:avLst/>
          </a:prstGeom>
          <a:noFill/>
          <a:ln w="0">
            <a:noFill/>
          </a:ln>
        </p:spPr>
        <p:style>
          <a:lnRef idx="0">
            <a:srgbClr val="FFFFFF"/>
          </a:lnRef>
          <a:fillRef idx="0">
            <a:srgbClr val="FFFFFF"/>
          </a:fillRef>
          <a:effectRef idx="0">
            <a:srgbClr val="FFFFFF"/>
          </a:effectRef>
          <a:fontRef idx="minor"/>
        </p:style>
        <p:txBody>
          <a:bodyPr lIns="0" tIns="0" rIns="0" bIns="0">
            <a:normAutofit/>
          </a:bodyPr>
          <a:p>
            <a:pPr marL="457200" indent="-227330" algn="just">
              <a:lnSpc>
                <a:spcPct val="150000"/>
              </a:lnSpc>
              <a:spcAft>
                <a:spcPts val="860"/>
              </a:spcAft>
              <a:buClr>
                <a:srgbClr val="000000"/>
              </a:buClr>
              <a:buSzPct val="80000"/>
              <a:buFont typeface="Wingdings" panose="05000000000000000000" pitchFamily="2" charset="2"/>
              <a:buChar char=""/>
            </a:pPr>
            <a:r>
              <a:rPr lang="en-US" sz="1800" b="0" strike="noStrike" spc="-1">
                <a:solidFill>
                  <a:srgbClr val="000000"/>
                </a:solidFill>
                <a:latin typeface="Times New Roman" panose="02020603050405020304"/>
                <a:ea typeface="Microsoft YaHei" panose="020B0503020204020204" charset="-122"/>
              </a:rPr>
              <a:t>A low cost RFID scanner can be manufactured and used which can scan multiple tags simultaneously for faster processing and lesser resources. </a:t>
            </a:r>
            <a:endParaRPr lang="en-IN" sz="1800" b="0" strike="noStrike" spc="-1">
              <a:latin typeface="Arial" panose="020B0604020202020204"/>
            </a:endParaRPr>
          </a:p>
          <a:p>
            <a:pPr marL="457200" indent="-227330" algn="just">
              <a:lnSpc>
                <a:spcPct val="150000"/>
              </a:lnSpc>
              <a:spcAft>
                <a:spcPts val="860"/>
              </a:spcAft>
              <a:buClr>
                <a:srgbClr val="000000"/>
              </a:buClr>
              <a:buSzPct val="80000"/>
              <a:buFont typeface="Wingdings" panose="05000000000000000000" pitchFamily="2" charset="2"/>
              <a:buChar char=""/>
            </a:pPr>
            <a:r>
              <a:rPr lang="en-US" sz="1800" b="0" strike="noStrike" spc="-1">
                <a:solidFill>
                  <a:srgbClr val="000000"/>
                </a:solidFill>
                <a:latin typeface="Times New Roman" panose="02020603050405020304"/>
                <a:ea typeface="Microsoft YaHei" panose="020B0503020204020204" charset="-122"/>
              </a:rPr>
              <a:t>It can be used in ATM machines. </a:t>
            </a:r>
            <a:endParaRPr lang="en-IN" sz="1800" b="0" strike="noStrike" spc="-1">
              <a:latin typeface="Arial" panose="020B0604020202020204"/>
            </a:endParaRPr>
          </a:p>
          <a:p>
            <a:pPr marL="457200" indent="-227330" algn="just">
              <a:lnSpc>
                <a:spcPct val="150000"/>
              </a:lnSpc>
              <a:spcAft>
                <a:spcPts val="860"/>
              </a:spcAft>
              <a:buClr>
                <a:srgbClr val="000000"/>
              </a:buClr>
              <a:buSzPct val="80000"/>
              <a:buFont typeface="Wingdings" panose="05000000000000000000" pitchFamily="2" charset="2"/>
              <a:buChar char=""/>
            </a:pPr>
            <a:r>
              <a:rPr lang="en-US" sz="1800" b="0" strike="noStrike" spc="-1">
                <a:solidFill>
                  <a:srgbClr val="000000"/>
                </a:solidFill>
                <a:latin typeface="Times New Roman" panose="02020603050405020304"/>
                <a:ea typeface="Microsoft YaHei" panose="020B0503020204020204" charset="-122"/>
              </a:rPr>
              <a:t>In malls for generating bills without standing in queue.</a:t>
            </a:r>
            <a:endParaRPr lang="en-IN" sz="1800" b="0" strike="noStrike" spc="-1">
              <a:latin typeface="Arial" panose="020B0604020202020204"/>
            </a:endParaRPr>
          </a:p>
          <a:p>
            <a:pPr marL="457200" indent="-227330" algn="just">
              <a:lnSpc>
                <a:spcPct val="150000"/>
              </a:lnSpc>
              <a:spcAft>
                <a:spcPts val="860"/>
              </a:spcAft>
              <a:buClr>
                <a:srgbClr val="000000"/>
              </a:buClr>
              <a:buSzPct val="80000"/>
              <a:buFont typeface="Wingdings" panose="05000000000000000000" pitchFamily="2" charset="2"/>
              <a:buChar char=""/>
            </a:pPr>
            <a:r>
              <a:rPr lang="en-US" sz="1800" b="0" strike="noStrike" spc="-1">
                <a:solidFill>
                  <a:srgbClr val="000000"/>
                </a:solidFill>
                <a:latin typeface="Times New Roman" panose="02020603050405020304"/>
                <a:ea typeface="Microsoft YaHei" panose="020B0503020204020204" charset="-122"/>
              </a:rPr>
              <a:t>The card can be used to store information such as medical, biological and pharmaceutical records. It simplifies the process and enables doctors to have access to a more complete and comprehensive healthcare information. </a:t>
            </a:r>
            <a:endParaRPr lang="en-IN" sz="1800" b="0" strike="noStrike" spc="-1">
              <a:latin typeface="Arial" panose="020B0604020202020204"/>
            </a:endParaRPr>
          </a:p>
        </p:txBody>
      </p:sp>
      <p:sp>
        <p:nvSpPr>
          <p:cNvPr id="193" name="CustomShape 3"/>
          <p:cNvSpPr/>
          <p:nvPr/>
        </p:nvSpPr>
        <p:spPr>
          <a:xfrm>
            <a:off x="5167440" y="63234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308A7402-A51F-443A-A5A9-BC7DB82C98C6}"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Conclusion</a:t>
            </a:r>
            <a:endParaRPr lang="en-IN" sz="3200" b="0" strike="noStrike" spc="-1">
              <a:latin typeface="Arial" panose="020B0604020202020204"/>
            </a:endParaRPr>
          </a:p>
        </p:txBody>
      </p:sp>
      <p:sp>
        <p:nvSpPr>
          <p:cNvPr id="195" name="CustomShape 2"/>
          <p:cNvSpPr/>
          <p:nvPr/>
        </p:nvSpPr>
        <p:spPr>
          <a:xfrm>
            <a:off x="609480" y="1066680"/>
            <a:ext cx="8075880" cy="5232240"/>
          </a:xfrm>
          <a:prstGeom prst="rect">
            <a:avLst/>
          </a:prstGeom>
          <a:noFill/>
          <a:ln w="0">
            <a:noFill/>
          </a:ln>
        </p:spPr>
        <p:style>
          <a:lnRef idx="0">
            <a:srgbClr val="FFFFFF"/>
          </a:lnRef>
          <a:fillRef idx="0">
            <a:srgbClr val="FFFFFF"/>
          </a:fillRef>
          <a:effectRef idx="0">
            <a:srgbClr val="FFFFFF"/>
          </a:effectRef>
          <a:fontRef idx="minor"/>
        </p:style>
        <p:txBody>
          <a:bodyPr lIns="0" tIns="0" rIns="0" bIns="0">
            <a:normAutofit/>
          </a:bodyPr>
          <a:p>
            <a:pPr marL="431800" indent="-323215" algn="just">
              <a:lnSpc>
                <a:spcPct val="150000"/>
              </a:lnSpc>
              <a:spcBef>
                <a:spcPts val="1415"/>
              </a:spcBef>
              <a:buClr>
                <a:srgbClr val="000000"/>
              </a:buClr>
              <a:buSzPct val="70000"/>
              <a:buFont typeface="OpenSymbol" panose="05010000000000000000"/>
              <a:buChar char="❑"/>
            </a:pPr>
            <a:r>
              <a:rPr lang="en-US" sz="1800" b="0" strike="noStrike" spc="-1">
                <a:solidFill>
                  <a:srgbClr val="333333"/>
                </a:solidFill>
                <a:latin typeface="Times New Roman" panose="02020603050405020304"/>
                <a:ea typeface="Microsoft YaHei" panose="020B0503020204020204" charset="-122"/>
              </a:rPr>
              <a:t>The security concern for physical and intellectual property of any organization is a priority for the authorities. For this reason automatic identification and access control system has become necessary to overcome the security threats faced by many organizations. </a:t>
            </a:r>
            <a:endParaRPr lang="en-IN" sz="1800" b="0" strike="noStrike" spc="-1">
              <a:latin typeface="Arial" panose="020B0604020202020204"/>
            </a:endParaRPr>
          </a:p>
          <a:p>
            <a:pPr marL="431800" indent="-323215" algn="just">
              <a:lnSpc>
                <a:spcPct val="150000"/>
              </a:lnSpc>
              <a:spcBef>
                <a:spcPts val="1415"/>
              </a:spcBef>
              <a:buClr>
                <a:srgbClr val="000000"/>
              </a:buClr>
              <a:buSzPct val="70000"/>
              <a:buFont typeface="OpenSymbol" panose="05010000000000000000"/>
              <a:buChar char="❑"/>
            </a:pPr>
            <a:r>
              <a:rPr lang="en-US" sz="1800" b="0" strike="noStrike" spc="-1">
                <a:solidFill>
                  <a:srgbClr val="333333"/>
                </a:solidFill>
                <a:latin typeface="Times New Roman" panose="02020603050405020304"/>
                <a:ea typeface="Microsoft YaHei" panose="020B0503020204020204" charset="-122"/>
              </a:rPr>
              <a:t>This project is based on RFID Security Access Control System using ATmega16 Micro-controller and communication protocols such as USART, SPI, which is RFID Technology based security system</a:t>
            </a:r>
            <a:endParaRPr lang="en-IN" sz="1800" b="0" strike="noStrike" spc="-1">
              <a:latin typeface="Arial" panose="020B0604020202020204"/>
            </a:endParaRPr>
          </a:p>
          <a:p>
            <a:pPr marL="431800" indent="-323215" algn="just">
              <a:lnSpc>
                <a:spcPct val="150000"/>
              </a:lnSpc>
              <a:spcBef>
                <a:spcPts val="1415"/>
              </a:spcBef>
              <a:buClr>
                <a:srgbClr val="000000"/>
              </a:buClr>
              <a:buSzPct val="70000"/>
              <a:buFont typeface="OpenSymbol" panose="05010000000000000000"/>
              <a:buChar char="❑"/>
            </a:pPr>
            <a:r>
              <a:rPr lang="en-US" sz="1800" b="0" strike="noStrike" spc="-1">
                <a:solidFill>
                  <a:srgbClr val="333333"/>
                </a:solidFill>
                <a:latin typeface="Times New Roman" panose="02020603050405020304"/>
                <a:ea typeface="Microsoft YaHei" panose="020B0503020204020204" charset="-122"/>
              </a:rPr>
              <a:t>RFID Access Control System monitors security of door locks. This system also monitors illicit acts, for e.g., a person tries to enter when the door is open without completion of authentication process and sends a message on mobile phone through GSM. </a:t>
            </a:r>
            <a:endParaRPr lang="en-IN" sz="1800" b="0" strike="noStrike" spc="-1">
              <a:latin typeface="Arial" panose="020B0604020202020204"/>
            </a:endParaRPr>
          </a:p>
        </p:txBody>
      </p:sp>
      <p:sp>
        <p:nvSpPr>
          <p:cNvPr id="196" name="CustomShape 3"/>
          <p:cNvSpPr/>
          <p:nvPr/>
        </p:nvSpPr>
        <p:spPr>
          <a:xfrm>
            <a:off x="5167440" y="63000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5059D80C-1A1C-4AC0-BAFA-6175008FF780}"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CustomShape 1"/>
          <p:cNvSpPr/>
          <p:nvPr/>
        </p:nvSpPr>
        <p:spPr>
          <a:xfrm>
            <a:off x="609480" y="274680"/>
            <a:ext cx="807588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ctr">
            <a:noAutofit/>
          </a:bodyPr>
          <a:p>
            <a:pPr algn="ctr">
              <a:lnSpc>
                <a:spcPct val="100000"/>
              </a:lnSpc>
            </a:pPr>
            <a:r>
              <a:rPr lang="en-US" sz="3200" b="1" strike="noStrike" spc="-1">
                <a:solidFill>
                  <a:srgbClr val="000000"/>
                </a:solidFill>
                <a:latin typeface="Times New Roman" panose="02020603050405020304"/>
                <a:ea typeface="DejaVu Sans" panose="020B0603030804020204"/>
              </a:rPr>
              <a:t>References</a:t>
            </a:r>
            <a:endParaRPr lang="en-IN" sz="3200" b="0" strike="noStrike" spc="-1">
              <a:latin typeface="Arial" panose="020B0604020202020204"/>
            </a:endParaRPr>
          </a:p>
        </p:txBody>
      </p:sp>
      <p:sp>
        <p:nvSpPr>
          <p:cNvPr id="198" name="CustomShape 2"/>
          <p:cNvSpPr/>
          <p:nvPr/>
        </p:nvSpPr>
        <p:spPr>
          <a:xfrm>
            <a:off x="609480" y="1066680"/>
            <a:ext cx="8075880" cy="5232240"/>
          </a:xfrm>
          <a:prstGeom prst="rect">
            <a:avLst/>
          </a:prstGeom>
          <a:noFill/>
          <a:ln w="0">
            <a:noFill/>
          </a:ln>
        </p:spPr>
        <p:style>
          <a:lnRef idx="0">
            <a:srgbClr val="FFFFFF"/>
          </a:lnRef>
          <a:fillRef idx="0">
            <a:srgbClr val="FFFFFF"/>
          </a:fillRef>
          <a:effectRef idx="0">
            <a:srgbClr val="FFFFFF"/>
          </a:effectRef>
          <a:fontRef idx="minor"/>
        </p:style>
        <p:txBody>
          <a:bodyPr lIns="0" tIns="0" rIns="0" bIns="0">
            <a:normAutofit/>
          </a:bodyPr>
          <a:p>
            <a:pPr>
              <a:lnSpc>
                <a:spcPct val="150000"/>
              </a:lnSpc>
              <a:spcAft>
                <a:spcPts val="290"/>
              </a:spcAft>
            </a:pPr>
            <a:r>
              <a:rPr lang="en-US" sz="1800" b="0" i="1" strike="noStrike" spc="-1">
                <a:solidFill>
                  <a:srgbClr val="000000"/>
                </a:solidFill>
                <a:latin typeface="Times New Roman" panose="02020603050405020304"/>
                <a:ea typeface="DejaVu Sans" panose="020B0603030804020204"/>
              </a:rPr>
              <a:t>Conference Technical Articles: </a:t>
            </a:r>
            <a:endParaRPr lang="en-IN" sz="1800" b="0" strike="noStrike" spc="-1">
              <a:latin typeface="Arial" panose="020B0604020202020204"/>
            </a:endParaRPr>
          </a:p>
          <a:p>
            <a:pPr>
              <a:lnSpc>
                <a:spcPct val="150000"/>
              </a:lnSpc>
              <a:spcAft>
                <a:spcPts val="290"/>
              </a:spcAft>
            </a:pPr>
            <a:r>
              <a:rPr lang="en-US" sz="1800" b="0" strike="noStrike" spc="-1">
                <a:solidFill>
                  <a:srgbClr val="000000"/>
                </a:solidFill>
                <a:latin typeface="Times New Roman" panose="02020603050405020304"/>
                <a:ea typeface="DejaVu Sans" panose="020B0603030804020204"/>
              </a:rPr>
              <a:t>[1] U. Farooq et al., “RFID Based Security and Access Control System”, in IACSIT International Journal of Engineering and Technology, 2014, © IJET. Doi: 10.7763/IJET.2014.V6.718 </a:t>
            </a:r>
            <a:endParaRPr lang="en-IN" sz="1800" b="0" strike="noStrike" spc="-1">
              <a:latin typeface="Arial" panose="020B0604020202020204"/>
            </a:endParaRPr>
          </a:p>
          <a:p>
            <a:pPr>
              <a:lnSpc>
                <a:spcPct val="150000"/>
              </a:lnSpc>
              <a:spcAft>
                <a:spcPts val="290"/>
              </a:spcAft>
            </a:pPr>
            <a:r>
              <a:rPr lang="en-US" sz="1800" b="0" strike="noStrike" spc="-1">
                <a:solidFill>
                  <a:srgbClr val="000000"/>
                </a:solidFill>
                <a:latin typeface="Times New Roman" panose="02020603050405020304"/>
                <a:ea typeface="DejaVu Sans" panose="020B0603030804020204"/>
              </a:rPr>
              <a:t>[2] M. Salma and A.H. Alkeelani, “Locker Security System using keypad and RFID”, in the 2</a:t>
            </a:r>
            <a:r>
              <a:rPr lang="en-US" sz="1800" b="0" strike="noStrike" spc="-1" baseline="14000000">
                <a:solidFill>
                  <a:srgbClr val="000000"/>
                </a:solidFill>
                <a:latin typeface="Times New Roman" panose="02020603050405020304"/>
                <a:ea typeface="DejaVu Sans" panose="020B0603030804020204"/>
              </a:rPr>
              <a:t>nd</a:t>
            </a:r>
            <a:r>
              <a:rPr lang="en-US" sz="1800" b="0" strike="noStrike" spc="-1">
                <a:solidFill>
                  <a:srgbClr val="000000"/>
                </a:solidFill>
                <a:latin typeface="Times New Roman" panose="02020603050405020304"/>
                <a:ea typeface="DejaVu Sans" panose="020B0603030804020204"/>
              </a:rPr>
              <a:t> International Conference of Computer Science and Renewable Energies Morocco, 2019, © ICCSRE. Doi: 10.1109/ICCSRE.2019.8807588</a:t>
            </a:r>
            <a:endParaRPr lang="en-IN" sz="1800" b="0" strike="noStrike" spc="-1">
              <a:latin typeface="Arial" panose="020B0604020202020204"/>
            </a:endParaRPr>
          </a:p>
          <a:p>
            <a:pPr>
              <a:lnSpc>
                <a:spcPct val="150000"/>
              </a:lnSpc>
              <a:spcAft>
                <a:spcPts val="290"/>
              </a:spcAft>
            </a:pPr>
            <a:r>
              <a:rPr lang="en-US" sz="1800" b="0" i="1" strike="noStrike" spc="-1">
                <a:solidFill>
                  <a:srgbClr val="000000"/>
                </a:solidFill>
                <a:latin typeface="Times New Roman" panose="02020603050405020304"/>
                <a:ea typeface="DejaVu Sans" panose="020B0603030804020204"/>
              </a:rPr>
              <a:t>Online Sources: </a:t>
            </a:r>
            <a:endParaRPr lang="en-IN" sz="1800" b="0" strike="noStrike" spc="-1">
              <a:latin typeface="Arial" panose="020B0604020202020204"/>
            </a:endParaRPr>
          </a:p>
          <a:p>
            <a:pPr>
              <a:lnSpc>
                <a:spcPct val="150000"/>
              </a:lnSpc>
              <a:spcAft>
                <a:spcPts val="290"/>
              </a:spcAft>
            </a:pPr>
            <a:r>
              <a:rPr lang="en-US" sz="1800" b="0" strike="noStrike" spc="-1">
                <a:solidFill>
                  <a:srgbClr val="000000"/>
                </a:solidFill>
                <a:latin typeface="Times New Roman" panose="02020603050405020304"/>
                <a:ea typeface="DejaVu Sans" panose="020B0603030804020204"/>
              </a:rPr>
              <a:t>[3] </a:t>
            </a:r>
            <a:r>
              <a:rPr lang="en-US" sz="1800" b="0" u="sng" strike="noStrike" spc="-1">
                <a:solidFill>
                  <a:srgbClr val="0000FF"/>
                </a:solidFill>
                <a:uFillTx/>
                <a:latin typeface="Times New Roman" panose="02020603050405020304"/>
                <a:ea typeface="DejaVu Sans" panose="020B0603030804020204"/>
                <a:hlinkClick r:id="rId1"/>
              </a:rPr>
              <a:t>https://www.getkisi.com/guides/rfid-access-control</a:t>
            </a:r>
            <a:r>
              <a:rPr lang="en-US" sz="1800" b="0" strike="noStrike" spc="-1">
                <a:solidFill>
                  <a:srgbClr val="000000"/>
                </a:solidFill>
                <a:latin typeface="Times New Roman" panose="02020603050405020304"/>
                <a:ea typeface="DejaVu Sans" panose="020B0603030804020204"/>
              </a:rPr>
              <a:t> </a:t>
            </a:r>
            <a:endParaRPr lang="en-IN" sz="1800" b="0" strike="noStrike" spc="-1">
              <a:latin typeface="Arial" panose="020B0604020202020204"/>
            </a:endParaRPr>
          </a:p>
          <a:p>
            <a:pPr>
              <a:lnSpc>
                <a:spcPct val="150000"/>
              </a:lnSpc>
              <a:spcAft>
                <a:spcPts val="290"/>
              </a:spcAft>
            </a:pPr>
            <a:r>
              <a:rPr lang="en-US" sz="1800" b="0" strike="noStrike" spc="-1">
                <a:solidFill>
                  <a:srgbClr val="000000"/>
                </a:solidFill>
                <a:latin typeface="Times New Roman" panose="02020603050405020304"/>
                <a:ea typeface="DejaVu Sans" panose="020B0603030804020204"/>
              </a:rPr>
              <a:t>[4] </a:t>
            </a:r>
            <a:r>
              <a:rPr lang="en-US" sz="1800" b="0" u="sng" strike="noStrike" spc="-1">
                <a:solidFill>
                  <a:srgbClr val="0000FF"/>
                </a:solidFill>
                <a:uFillTx/>
                <a:latin typeface="Times New Roman" panose="02020603050405020304"/>
                <a:ea typeface="DejaVu Sans" panose="020B0603030804020204"/>
                <a:hlinkClick r:id="rId2"/>
              </a:rPr>
              <a:t>https://www.slideshare.net/avinashyada/rfid-based-security-access-control-system</a:t>
            </a:r>
            <a:r>
              <a:rPr lang="en-US" sz="1800" b="0" strike="noStrike" spc="-1">
                <a:solidFill>
                  <a:srgbClr val="000000"/>
                </a:solidFill>
                <a:latin typeface="Times New Roman" panose="02020603050405020304"/>
                <a:ea typeface="DejaVu Sans" panose="020B0603030804020204"/>
              </a:rPr>
              <a:t> </a:t>
            </a:r>
            <a:endParaRPr lang="en-IN" sz="1800" b="0" strike="noStrike" spc="-1">
              <a:latin typeface="Arial" panose="020B0604020202020204"/>
            </a:endParaRPr>
          </a:p>
          <a:p>
            <a:pPr>
              <a:lnSpc>
                <a:spcPct val="150000"/>
              </a:lnSpc>
              <a:spcAft>
                <a:spcPts val="290"/>
              </a:spcAft>
            </a:pPr>
            <a:r>
              <a:rPr lang="en-US" sz="1800" b="0" strike="noStrike" spc="-1">
                <a:solidFill>
                  <a:srgbClr val="000000"/>
                </a:solidFill>
                <a:latin typeface="Times New Roman" panose="02020603050405020304"/>
                <a:ea typeface="Microsoft YaHei" panose="020B0503020204020204" charset="-122"/>
              </a:rPr>
              <a:t>[5] </a:t>
            </a:r>
            <a:r>
              <a:rPr lang="en-US" sz="1800" b="0" u="sng" strike="noStrike" spc="-1">
                <a:solidFill>
                  <a:srgbClr val="0000FF"/>
                </a:solidFill>
                <a:uFillTx/>
                <a:latin typeface="Times New Roman" panose="02020603050405020304"/>
                <a:ea typeface="Microsoft YaHei" panose="020B0503020204020204" charset="-122"/>
                <a:hlinkClick r:id="rId3"/>
              </a:rPr>
              <a:t>https://www.alldatasheet.com/datasheet-pdf/pdf/78532/ATMEL/ATMEGA16.html</a:t>
            </a:r>
            <a:r>
              <a:rPr lang="en-US" sz="1800" b="0" strike="noStrike" spc="-1">
                <a:solidFill>
                  <a:srgbClr val="000000"/>
                </a:solidFill>
                <a:latin typeface="Times New Roman" panose="02020603050405020304"/>
                <a:ea typeface="Microsoft YaHei" panose="020B0503020204020204" charset="-122"/>
              </a:rPr>
              <a:t> </a:t>
            </a:r>
            <a:endParaRPr lang="en-IN" sz="1800" b="0" strike="noStrike" spc="-1">
              <a:latin typeface="Arial" panose="020B0604020202020204"/>
            </a:endParaRPr>
          </a:p>
        </p:txBody>
      </p:sp>
      <p:sp>
        <p:nvSpPr>
          <p:cNvPr id="199" name="CustomShape 3"/>
          <p:cNvSpPr/>
          <p:nvPr/>
        </p:nvSpPr>
        <p:spPr>
          <a:xfrm>
            <a:off x="5040000" y="6323400"/>
            <a:ext cx="3831840" cy="3358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oAutofit/>
          </a:bodyPr>
          <a:p>
            <a:pPr algn="r">
              <a:lnSpc>
                <a:spcPct val="100000"/>
              </a:lnSpc>
            </a:pPr>
            <a:fld id="{1011AFA7-6C44-49F2-A549-133126D6562A}" type="slidenum">
              <a:rPr lang="en-IN" sz="1200" b="0" strike="noStrike" spc="-1">
                <a:solidFill>
                  <a:srgbClr val="000000"/>
                </a:solidFill>
                <a:latin typeface="Times New Roman" panose="02020603050405020304"/>
                <a:ea typeface="DejaVu Sans" panose="020B0603030804020204"/>
              </a:rPr>
            </a:fld>
            <a:endParaRPr lang="en-IN" sz="12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HW_CLASS</Template>
  <TotalTime>0</TotalTime>
  <Words>6069</Words>
  <Application>WPS Presentation</Application>
  <PresentationFormat/>
  <Paragraphs>166</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15</vt:i4>
      </vt:variant>
    </vt:vector>
  </HeadingPairs>
  <TitlesOfParts>
    <vt:vector size="32" baseType="lpstr">
      <vt:lpstr>Arial</vt:lpstr>
      <vt:lpstr>SimSun</vt:lpstr>
      <vt:lpstr>Wingdings</vt:lpstr>
      <vt:lpstr>Arial</vt:lpstr>
      <vt:lpstr>Symbol</vt:lpstr>
      <vt:lpstr>Times New Roman</vt:lpstr>
      <vt:lpstr>DejaVu Sans</vt:lpstr>
      <vt:lpstr>Times New Roman</vt:lpstr>
      <vt:lpstr>Microsoft YaHei</vt:lpstr>
      <vt:lpstr>StarSymbol</vt:lpstr>
      <vt:lpstr>Liberation Mono</vt:lpstr>
      <vt:lpstr>OpenSymbol</vt:lpstr>
      <vt:lpstr>Calibri</vt:lpstr>
      <vt:lpstr>Arial Unicode MS</vt:lpstr>
      <vt:lpstr>Office Theme</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Vipan Kumar Sharma</dc:creator>
  <cp:lastModifiedBy>akshita_gupta</cp:lastModifiedBy>
  <cp:revision>384</cp:revision>
  <dcterms:created xsi:type="dcterms:W3CDTF">2006-08-16T00:00:00Z</dcterms:created>
  <dcterms:modified xsi:type="dcterms:W3CDTF">2021-07-01T04:12:20Z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false</vt:bool>
  </property>
  <property fmtid="{D5CDD505-2E9C-101B-9397-08002B2CF9AE}" pid="4" name="LinksUpToDate">
    <vt:bool>false</vt:bool>
  </property>
  <property fmtid="{D5CDD505-2E9C-101B-9397-08002B2CF9AE}" pid="5" name="MMClips">
    <vt:i4>0</vt:i4>
  </property>
  <property fmtid="{D5CDD505-2E9C-101B-9397-08002B2CF9AE}" pid="6" name="Notes">
    <vt:i4>0</vt:i4>
  </property>
  <property fmtid="{D5CDD505-2E9C-101B-9397-08002B2CF9AE}" pid="7" name="PresentationFormat">
    <vt:lpwstr>On-screen Show (4:3)</vt:lpwstr>
  </property>
  <property fmtid="{D5CDD505-2E9C-101B-9397-08002B2CF9AE}" pid="8" name="ScaleCrop">
    <vt:bool>false</vt:bool>
  </property>
  <property fmtid="{D5CDD505-2E9C-101B-9397-08002B2CF9AE}" pid="9" name="ShareDoc">
    <vt:bool>false</vt:bool>
  </property>
  <property fmtid="{D5CDD505-2E9C-101B-9397-08002B2CF9AE}" pid="10" name="Slides">
    <vt:i4>9</vt:i4>
  </property>
  <property fmtid="{D5CDD505-2E9C-101B-9397-08002B2CF9AE}" pid="11" name="KSOProductBuildVer">
    <vt:lpwstr>1033-11.2.0.10176</vt:lpwstr>
  </property>
</Properties>
</file>